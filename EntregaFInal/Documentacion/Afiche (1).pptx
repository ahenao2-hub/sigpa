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32399288" cy="43200638"/>
  <p:notesSz cx="6858000" cy="9144000"/>
  <p:defaultTextStyle>
    <a:defPPr>
      <a:defRPr lang="en-US"/>
    </a:defPPr>
    <a:lvl1pPr marL="0" algn="l" defTabSz="2098195" rtl="0" eaLnBrk="1" latinLnBrk="0" hangingPunct="1">
      <a:defRPr sz="8232" kern="1200">
        <a:solidFill>
          <a:schemeClr val="tx1"/>
        </a:solidFill>
        <a:latin typeface="+mn-lt"/>
        <a:ea typeface="+mn-ea"/>
        <a:cs typeface="+mn-cs"/>
      </a:defRPr>
    </a:lvl1pPr>
    <a:lvl2pPr marL="2098195" algn="l" defTabSz="2098195" rtl="0" eaLnBrk="1" latinLnBrk="0" hangingPunct="1">
      <a:defRPr sz="8232" kern="1200">
        <a:solidFill>
          <a:schemeClr val="tx1"/>
        </a:solidFill>
        <a:latin typeface="+mn-lt"/>
        <a:ea typeface="+mn-ea"/>
        <a:cs typeface="+mn-cs"/>
      </a:defRPr>
    </a:lvl2pPr>
    <a:lvl3pPr marL="4196390" algn="l" defTabSz="2098195" rtl="0" eaLnBrk="1" latinLnBrk="0" hangingPunct="1">
      <a:defRPr sz="8232" kern="1200">
        <a:solidFill>
          <a:schemeClr val="tx1"/>
        </a:solidFill>
        <a:latin typeface="+mn-lt"/>
        <a:ea typeface="+mn-ea"/>
        <a:cs typeface="+mn-cs"/>
      </a:defRPr>
    </a:lvl3pPr>
    <a:lvl4pPr marL="6294586" algn="l" defTabSz="2098195" rtl="0" eaLnBrk="1" latinLnBrk="0" hangingPunct="1">
      <a:defRPr sz="8232" kern="1200">
        <a:solidFill>
          <a:schemeClr val="tx1"/>
        </a:solidFill>
        <a:latin typeface="+mn-lt"/>
        <a:ea typeface="+mn-ea"/>
        <a:cs typeface="+mn-cs"/>
      </a:defRPr>
    </a:lvl4pPr>
    <a:lvl5pPr marL="8392781" algn="l" defTabSz="2098195" rtl="0" eaLnBrk="1" latinLnBrk="0" hangingPunct="1">
      <a:defRPr sz="8232" kern="1200">
        <a:solidFill>
          <a:schemeClr val="tx1"/>
        </a:solidFill>
        <a:latin typeface="+mn-lt"/>
        <a:ea typeface="+mn-ea"/>
        <a:cs typeface="+mn-cs"/>
      </a:defRPr>
    </a:lvl5pPr>
    <a:lvl6pPr marL="10490976" algn="l" defTabSz="2098195" rtl="0" eaLnBrk="1" latinLnBrk="0" hangingPunct="1">
      <a:defRPr sz="8232" kern="1200">
        <a:solidFill>
          <a:schemeClr val="tx1"/>
        </a:solidFill>
        <a:latin typeface="+mn-lt"/>
        <a:ea typeface="+mn-ea"/>
        <a:cs typeface="+mn-cs"/>
      </a:defRPr>
    </a:lvl6pPr>
    <a:lvl7pPr marL="12589171" algn="l" defTabSz="2098195" rtl="0" eaLnBrk="1" latinLnBrk="0" hangingPunct="1">
      <a:defRPr sz="8232" kern="1200">
        <a:solidFill>
          <a:schemeClr val="tx1"/>
        </a:solidFill>
        <a:latin typeface="+mn-lt"/>
        <a:ea typeface="+mn-ea"/>
        <a:cs typeface="+mn-cs"/>
      </a:defRPr>
    </a:lvl7pPr>
    <a:lvl8pPr marL="14687367" algn="l" defTabSz="2098195" rtl="0" eaLnBrk="1" latinLnBrk="0" hangingPunct="1">
      <a:defRPr sz="8232" kern="1200">
        <a:solidFill>
          <a:schemeClr val="tx1"/>
        </a:solidFill>
        <a:latin typeface="+mn-lt"/>
        <a:ea typeface="+mn-ea"/>
        <a:cs typeface="+mn-cs"/>
      </a:defRPr>
    </a:lvl8pPr>
    <a:lvl9pPr marL="16785562" algn="l" defTabSz="2098195" rtl="0" eaLnBrk="1" latinLnBrk="0" hangingPunct="1">
      <a:defRPr sz="823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9D"/>
    <a:srgbClr val="FCCD45"/>
    <a:srgbClr val="0C649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F0FE56-6C6E-4076-B575-9218C9FFABB2}" v="241" dt="2026-06-01T03:34:08.30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napToObjects="1">
      <p:cViewPr varScale="1">
        <p:scale>
          <a:sx n="12" d="100"/>
          <a:sy n="12" d="100"/>
        </p:scale>
        <p:origin x="2208" y="6"/>
      </p:cViewPr>
      <p:guideLst>
        <p:guide orient="horz" pos="13607"/>
        <p:guide pos="1020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29948" y="13420203"/>
            <a:ext cx="27539395" cy="9260137"/>
          </a:xfrm>
        </p:spPr>
        <p:txBody>
          <a:bodyPr/>
          <a:lstStyle/>
          <a:p>
            <a:r>
              <a:rPr lang="en-US"/>
              <a:t>Click to edit Master title style</a:t>
            </a:r>
          </a:p>
        </p:txBody>
      </p:sp>
      <p:sp>
        <p:nvSpPr>
          <p:cNvPr id="3" name="Subtitle 2"/>
          <p:cNvSpPr>
            <a:spLocks noGrp="1"/>
          </p:cNvSpPr>
          <p:nvPr>
            <p:ph type="subTitle" idx="1"/>
          </p:nvPr>
        </p:nvSpPr>
        <p:spPr>
          <a:xfrm>
            <a:off x="4859893" y="24480361"/>
            <a:ext cx="22679502" cy="11040164"/>
          </a:xfrm>
        </p:spPr>
        <p:txBody>
          <a:bodyPr/>
          <a:lstStyle>
            <a:lvl1pPr marL="0" indent="0" algn="ctr">
              <a:buNone/>
              <a:defRPr>
                <a:solidFill>
                  <a:schemeClr val="tx1">
                    <a:tint val="75000"/>
                  </a:schemeClr>
                </a:solidFill>
              </a:defRPr>
            </a:lvl1pPr>
            <a:lvl2pPr marL="2044309" indent="0" algn="ctr">
              <a:buNone/>
              <a:defRPr>
                <a:solidFill>
                  <a:schemeClr val="tx1">
                    <a:tint val="75000"/>
                  </a:schemeClr>
                </a:solidFill>
              </a:defRPr>
            </a:lvl2pPr>
            <a:lvl3pPr marL="4088619" indent="0" algn="ctr">
              <a:buNone/>
              <a:defRPr>
                <a:solidFill>
                  <a:schemeClr val="tx1">
                    <a:tint val="75000"/>
                  </a:schemeClr>
                </a:solidFill>
              </a:defRPr>
            </a:lvl3pPr>
            <a:lvl4pPr marL="6132928" indent="0" algn="ctr">
              <a:buNone/>
              <a:defRPr>
                <a:solidFill>
                  <a:schemeClr val="tx1">
                    <a:tint val="75000"/>
                  </a:schemeClr>
                </a:solidFill>
              </a:defRPr>
            </a:lvl4pPr>
            <a:lvl5pPr marL="8177237" indent="0" algn="ctr">
              <a:buNone/>
              <a:defRPr>
                <a:solidFill>
                  <a:schemeClr val="tx1">
                    <a:tint val="75000"/>
                  </a:schemeClr>
                </a:solidFill>
              </a:defRPr>
            </a:lvl5pPr>
            <a:lvl6pPr marL="10221546" indent="0" algn="ctr">
              <a:buNone/>
              <a:defRPr>
                <a:solidFill>
                  <a:schemeClr val="tx1">
                    <a:tint val="75000"/>
                  </a:schemeClr>
                </a:solidFill>
              </a:defRPr>
            </a:lvl6pPr>
            <a:lvl7pPr marL="12265856" indent="0" algn="ctr">
              <a:buNone/>
              <a:defRPr>
                <a:solidFill>
                  <a:schemeClr val="tx1">
                    <a:tint val="75000"/>
                  </a:schemeClr>
                </a:solidFill>
              </a:defRPr>
            </a:lvl7pPr>
            <a:lvl8pPr marL="14310166" indent="0" algn="ctr">
              <a:buNone/>
              <a:defRPr>
                <a:solidFill>
                  <a:schemeClr val="tx1">
                    <a:tint val="75000"/>
                  </a:schemeClr>
                </a:solidFill>
              </a:defRPr>
            </a:lvl8pPr>
            <a:lvl9pPr marL="1635447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1DD2820-0D82-454D-80AC-966B62AB1E4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107918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D2820-0D82-454D-80AC-966B62AB1E4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3415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59322" y="27760412"/>
            <a:ext cx="27539395" cy="8580127"/>
          </a:xfrm>
        </p:spPr>
        <p:txBody>
          <a:bodyPr anchor="t"/>
          <a:lstStyle>
            <a:lvl1pPr algn="l">
              <a:defRPr sz="17899" b="1" cap="all"/>
            </a:lvl1pPr>
          </a:lstStyle>
          <a:p>
            <a:r>
              <a:rPr lang="en-US"/>
              <a:t>Click to edit Master title style</a:t>
            </a:r>
          </a:p>
        </p:txBody>
      </p:sp>
      <p:sp>
        <p:nvSpPr>
          <p:cNvPr id="3" name="Text Placeholder 2"/>
          <p:cNvSpPr>
            <a:spLocks noGrp="1"/>
          </p:cNvSpPr>
          <p:nvPr>
            <p:ph type="body" idx="1"/>
          </p:nvPr>
        </p:nvSpPr>
        <p:spPr>
          <a:xfrm>
            <a:off x="2559322" y="18310278"/>
            <a:ext cx="27539395" cy="9450136"/>
          </a:xfrm>
        </p:spPr>
        <p:txBody>
          <a:bodyPr anchor="b"/>
          <a:lstStyle>
            <a:lvl1pPr marL="0" indent="0">
              <a:buNone/>
              <a:defRPr sz="8902">
                <a:solidFill>
                  <a:schemeClr val="tx1">
                    <a:tint val="75000"/>
                  </a:schemeClr>
                </a:solidFill>
              </a:defRPr>
            </a:lvl1pPr>
            <a:lvl2pPr marL="2044309" indent="0">
              <a:buNone/>
              <a:defRPr sz="8020">
                <a:solidFill>
                  <a:schemeClr val="tx1">
                    <a:tint val="75000"/>
                  </a:schemeClr>
                </a:solidFill>
              </a:defRPr>
            </a:lvl2pPr>
            <a:lvl3pPr marL="4088619" indent="0">
              <a:buNone/>
              <a:defRPr sz="7141">
                <a:solidFill>
                  <a:schemeClr val="tx1">
                    <a:tint val="75000"/>
                  </a:schemeClr>
                </a:solidFill>
              </a:defRPr>
            </a:lvl3pPr>
            <a:lvl4pPr marL="6132928" indent="0">
              <a:buNone/>
              <a:defRPr sz="6260">
                <a:solidFill>
                  <a:schemeClr val="tx1">
                    <a:tint val="75000"/>
                  </a:schemeClr>
                </a:solidFill>
              </a:defRPr>
            </a:lvl4pPr>
            <a:lvl5pPr marL="8177237" indent="0">
              <a:buNone/>
              <a:defRPr sz="6260">
                <a:solidFill>
                  <a:schemeClr val="tx1">
                    <a:tint val="75000"/>
                  </a:schemeClr>
                </a:solidFill>
              </a:defRPr>
            </a:lvl5pPr>
            <a:lvl6pPr marL="10221546" indent="0">
              <a:buNone/>
              <a:defRPr sz="6260">
                <a:solidFill>
                  <a:schemeClr val="tx1">
                    <a:tint val="75000"/>
                  </a:schemeClr>
                </a:solidFill>
              </a:defRPr>
            </a:lvl6pPr>
            <a:lvl7pPr marL="12265856" indent="0">
              <a:buNone/>
              <a:defRPr sz="6260">
                <a:solidFill>
                  <a:schemeClr val="tx1">
                    <a:tint val="75000"/>
                  </a:schemeClr>
                </a:solidFill>
              </a:defRPr>
            </a:lvl7pPr>
            <a:lvl8pPr marL="14310166" indent="0">
              <a:buNone/>
              <a:defRPr sz="6260">
                <a:solidFill>
                  <a:schemeClr val="tx1">
                    <a:tint val="75000"/>
                  </a:schemeClr>
                </a:solidFill>
              </a:defRPr>
            </a:lvl8pPr>
            <a:lvl9pPr marL="16354476" indent="0">
              <a:buNone/>
              <a:defRPr sz="6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DD2820-0D82-454D-80AC-966B62AB1E4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47899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833001" y="59140873"/>
            <a:ext cx="52215726" cy="167252474"/>
          </a:xfrm>
        </p:spPr>
        <p:txBody>
          <a:bodyPr/>
          <a:lstStyle>
            <a:lvl1pPr>
              <a:defRPr sz="12520"/>
            </a:lvl1pPr>
            <a:lvl2pPr>
              <a:defRPr sz="10759"/>
            </a:lvl2pPr>
            <a:lvl3pPr>
              <a:defRPr sz="8902"/>
            </a:lvl3pPr>
            <a:lvl4pPr>
              <a:defRPr sz="8020"/>
            </a:lvl4pPr>
            <a:lvl5pPr>
              <a:defRPr sz="8020"/>
            </a:lvl5pPr>
            <a:lvl6pPr>
              <a:defRPr sz="8020"/>
            </a:lvl6pPr>
            <a:lvl7pPr>
              <a:defRPr sz="8020"/>
            </a:lvl7pPr>
            <a:lvl8pPr>
              <a:defRPr sz="8020"/>
            </a:lvl8pPr>
            <a:lvl9pPr>
              <a:defRPr sz="80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588715" y="59140873"/>
            <a:ext cx="52215730" cy="167252474"/>
          </a:xfrm>
        </p:spPr>
        <p:txBody>
          <a:bodyPr/>
          <a:lstStyle>
            <a:lvl1pPr>
              <a:defRPr sz="12520"/>
            </a:lvl1pPr>
            <a:lvl2pPr>
              <a:defRPr sz="10759"/>
            </a:lvl2pPr>
            <a:lvl3pPr>
              <a:defRPr sz="8902"/>
            </a:lvl3pPr>
            <a:lvl4pPr>
              <a:defRPr sz="8020"/>
            </a:lvl4pPr>
            <a:lvl5pPr>
              <a:defRPr sz="8020"/>
            </a:lvl5pPr>
            <a:lvl6pPr>
              <a:defRPr sz="8020"/>
            </a:lvl6pPr>
            <a:lvl7pPr>
              <a:defRPr sz="8020"/>
            </a:lvl7pPr>
            <a:lvl8pPr>
              <a:defRPr sz="8020"/>
            </a:lvl8pPr>
            <a:lvl9pPr>
              <a:defRPr sz="80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DD2820-0D82-454D-80AC-966B62AB1E4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3719044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966" y="1730029"/>
            <a:ext cx="29159359" cy="720010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19966" y="9670146"/>
            <a:ext cx="14315313" cy="4030056"/>
          </a:xfrm>
        </p:spPr>
        <p:txBody>
          <a:bodyPr anchor="b"/>
          <a:lstStyle>
            <a:lvl1pPr marL="0" indent="0">
              <a:buNone/>
              <a:defRPr sz="10759" b="1"/>
            </a:lvl1pPr>
            <a:lvl2pPr marL="2044309" indent="0">
              <a:buNone/>
              <a:defRPr sz="8902" b="1"/>
            </a:lvl2pPr>
            <a:lvl3pPr marL="4088619" indent="0">
              <a:buNone/>
              <a:defRPr sz="8020" b="1"/>
            </a:lvl3pPr>
            <a:lvl4pPr marL="6132928" indent="0">
              <a:buNone/>
              <a:defRPr sz="7141" b="1"/>
            </a:lvl4pPr>
            <a:lvl5pPr marL="8177237" indent="0">
              <a:buNone/>
              <a:defRPr sz="7141" b="1"/>
            </a:lvl5pPr>
            <a:lvl6pPr marL="10221546" indent="0">
              <a:buNone/>
              <a:defRPr sz="7141" b="1"/>
            </a:lvl6pPr>
            <a:lvl7pPr marL="12265856" indent="0">
              <a:buNone/>
              <a:defRPr sz="7141" b="1"/>
            </a:lvl7pPr>
            <a:lvl8pPr marL="14310166" indent="0">
              <a:buNone/>
              <a:defRPr sz="7141" b="1"/>
            </a:lvl8pPr>
            <a:lvl9pPr marL="16354476" indent="0">
              <a:buNone/>
              <a:defRPr sz="7141" b="1"/>
            </a:lvl9pPr>
          </a:lstStyle>
          <a:p>
            <a:pPr lvl="0"/>
            <a:r>
              <a:rPr lang="en-US"/>
              <a:t>Click to edit Master text styles</a:t>
            </a:r>
          </a:p>
        </p:txBody>
      </p:sp>
      <p:sp>
        <p:nvSpPr>
          <p:cNvPr id="4" name="Content Placeholder 3"/>
          <p:cNvSpPr>
            <a:spLocks noGrp="1"/>
          </p:cNvSpPr>
          <p:nvPr>
            <p:ph sz="half" idx="2"/>
          </p:nvPr>
        </p:nvSpPr>
        <p:spPr>
          <a:xfrm>
            <a:off x="1619966" y="13700203"/>
            <a:ext cx="14315313" cy="24890371"/>
          </a:xfrm>
        </p:spPr>
        <p:txBody>
          <a:bodyPr/>
          <a:lstStyle>
            <a:lvl1pPr>
              <a:defRPr sz="10759"/>
            </a:lvl1pPr>
            <a:lvl2pPr>
              <a:defRPr sz="8902"/>
            </a:lvl2pPr>
            <a:lvl3pPr>
              <a:defRPr sz="8020"/>
            </a:lvl3pPr>
            <a:lvl4pPr>
              <a:defRPr sz="7141"/>
            </a:lvl4pPr>
            <a:lvl5pPr>
              <a:defRPr sz="7141"/>
            </a:lvl5pPr>
            <a:lvl6pPr>
              <a:defRPr sz="7141"/>
            </a:lvl6pPr>
            <a:lvl7pPr>
              <a:defRPr sz="7141"/>
            </a:lvl7pPr>
            <a:lvl8pPr>
              <a:defRPr sz="7141"/>
            </a:lvl8pPr>
            <a:lvl9pPr>
              <a:defRPr sz="71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458389" y="9670146"/>
            <a:ext cx="14320936" cy="4030056"/>
          </a:xfrm>
        </p:spPr>
        <p:txBody>
          <a:bodyPr anchor="b"/>
          <a:lstStyle>
            <a:lvl1pPr marL="0" indent="0">
              <a:buNone/>
              <a:defRPr sz="10759" b="1"/>
            </a:lvl1pPr>
            <a:lvl2pPr marL="2044309" indent="0">
              <a:buNone/>
              <a:defRPr sz="8902" b="1"/>
            </a:lvl2pPr>
            <a:lvl3pPr marL="4088619" indent="0">
              <a:buNone/>
              <a:defRPr sz="8020" b="1"/>
            </a:lvl3pPr>
            <a:lvl4pPr marL="6132928" indent="0">
              <a:buNone/>
              <a:defRPr sz="7141" b="1"/>
            </a:lvl4pPr>
            <a:lvl5pPr marL="8177237" indent="0">
              <a:buNone/>
              <a:defRPr sz="7141" b="1"/>
            </a:lvl5pPr>
            <a:lvl6pPr marL="10221546" indent="0">
              <a:buNone/>
              <a:defRPr sz="7141" b="1"/>
            </a:lvl6pPr>
            <a:lvl7pPr marL="12265856" indent="0">
              <a:buNone/>
              <a:defRPr sz="7141" b="1"/>
            </a:lvl7pPr>
            <a:lvl8pPr marL="14310166" indent="0">
              <a:buNone/>
              <a:defRPr sz="7141" b="1"/>
            </a:lvl8pPr>
            <a:lvl9pPr marL="16354476" indent="0">
              <a:buNone/>
              <a:defRPr sz="7141" b="1"/>
            </a:lvl9pPr>
          </a:lstStyle>
          <a:p>
            <a:pPr lvl="0"/>
            <a:r>
              <a:rPr lang="en-US"/>
              <a:t>Click to edit Master text styles</a:t>
            </a:r>
          </a:p>
        </p:txBody>
      </p:sp>
      <p:sp>
        <p:nvSpPr>
          <p:cNvPr id="6" name="Content Placeholder 5"/>
          <p:cNvSpPr>
            <a:spLocks noGrp="1"/>
          </p:cNvSpPr>
          <p:nvPr>
            <p:ph sz="quarter" idx="4"/>
          </p:nvPr>
        </p:nvSpPr>
        <p:spPr>
          <a:xfrm>
            <a:off x="16458389" y="13700203"/>
            <a:ext cx="14320936" cy="24890371"/>
          </a:xfrm>
        </p:spPr>
        <p:txBody>
          <a:bodyPr/>
          <a:lstStyle>
            <a:lvl1pPr>
              <a:defRPr sz="10759"/>
            </a:lvl1pPr>
            <a:lvl2pPr>
              <a:defRPr sz="8902"/>
            </a:lvl2pPr>
            <a:lvl3pPr>
              <a:defRPr sz="8020"/>
            </a:lvl3pPr>
            <a:lvl4pPr>
              <a:defRPr sz="7141"/>
            </a:lvl4pPr>
            <a:lvl5pPr>
              <a:defRPr sz="7141"/>
            </a:lvl5pPr>
            <a:lvl6pPr>
              <a:defRPr sz="7141"/>
            </a:lvl6pPr>
            <a:lvl7pPr>
              <a:defRPr sz="7141"/>
            </a:lvl7pPr>
            <a:lvl8pPr>
              <a:defRPr sz="7141"/>
            </a:lvl8pPr>
            <a:lvl9pPr>
              <a:defRPr sz="71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DD2820-0D82-454D-80AC-966B62AB1E49}"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424803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DD2820-0D82-454D-80AC-966B62AB1E49}"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824427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DD2820-0D82-454D-80AC-966B62AB1E49}"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3461565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9967" y="1720026"/>
            <a:ext cx="10659142" cy="7320109"/>
          </a:xfrm>
        </p:spPr>
        <p:txBody>
          <a:bodyPr anchor="b"/>
          <a:lstStyle>
            <a:lvl1pPr algn="l">
              <a:defRPr sz="8902" b="1"/>
            </a:lvl1pPr>
          </a:lstStyle>
          <a:p>
            <a:r>
              <a:rPr lang="en-US"/>
              <a:t>Click to edit Master title style</a:t>
            </a:r>
          </a:p>
        </p:txBody>
      </p:sp>
      <p:sp>
        <p:nvSpPr>
          <p:cNvPr id="3" name="Content Placeholder 2"/>
          <p:cNvSpPr>
            <a:spLocks noGrp="1"/>
          </p:cNvSpPr>
          <p:nvPr>
            <p:ph idx="1"/>
          </p:nvPr>
        </p:nvSpPr>
        <p:spPr>
          <a:xfrm>
            <a:off x="12667223" y="1720031"/>
            <a:ext cx="18112102" cy="36870548"/>
          </a:xfrm>
        </p:spPr>
        <p:txBody>
          <a:bodyPr/>
          <a:lstStyle>
            <a:lvl1pPr>
              <a:defRPr sz="14281"/>
            </a:lvl1pPr>
            <a:lvl2pPr>
              <a:defRPr sz="12520"/>
            </a:lvl2pPr>
            <a:lvl3pPr>
              <a:defRPr sz="10759"/>
            </a:lvl3pPr>
            <a:lvl4pPr>
              <a:defRPr sz="8902"/>
            </a:lvl4pPr>
            <a:lvl5pPr>
              <a:defRPr sz="8902"/>
            </a:lvl5pPr>
            <a:lvl6pPr>
              <a:defRPr sz="8902"/>
            </a:lvl6pPr>
            <a:lvl7pPr>
              <a:defRPr sz="8902"/>
            </a:lvl7pPr>
            <a:lvl8pPr>
              <a:defRPr sz="8902"/>
            </a:lvl8pPr>
            <a:lvl9pPr>
              <a:defRPr sz="89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19967" y="9040138"/>
            <a:ext cx="10659142" cy="29550439"/>
          </a:xfrm>
        </p:spPr>
        <p:txBody>
          <a:bodyPr/>
          <a:lstStyle>
            <a:lvl1pPr marL="0" indent="0">
              <a:buNone/>
              <a:defRPr sz="6260"/>
            </a:lvl1pPr>
            <a:lvl2pPr marL="2044309" indent="0">
              <a:buNone/>
              <a:defRPr sz="5379"/>
            </a:lvl2pPr>
            <a:lvl3pPr marL="4088619" indent="0">
              <a:buNone/>
              <a:defRPr sz="4500"/>
            </a:lvl3pPr>
            <a:lvl4pPr marL="6132928" indent="0">
              <a:buNone/>
              <a:defRPr sz="4011"/>
            </a:lvl4pPr>
            <a:lvl5pPr marL="8177237" indent="0">
              <a:buNone/>
              <a:defRPr sz="4011"/>
            </a:lvl5pPr>
            <a:lvl6pPr marL="10221546" indent="0">
              <a:buNone/>
              <a:defRPr sz="4011"/>
            </a:lvl6pPr>
            <a:lvl7pPr marL="12265856" indent="0">
              <a:buNone/>
              <a:defRPr sz="4011"/>
            </a:lvl7pPr>
            <a:lvl8pPr marL="14310166" indent="0">
              <a:buNone/>
              <a:defRPr sz="4011"/>
            </a:lvl8pPr>
            <a:lvl9pPr marL="16354476" indent="0">
              <a:buNone/>
              <a:defRPr sz="4011"/>
            </a:lvl9pPr>
          </a:lstStyle>
          <a:p>
            <a:pPr lvl="0"/>
            <a:r>
              <a:rPr lang="en-US"/>
              <a:t>Click to edit Master text styles</a:t>
            </a:r>
          </a:p>
        </p:txBody>
      </p:sp>
      <p:sp>
        <p:nvSpPr>
          <p:cNvPr id="5" name="Date Placeholder 4"/>
          <p:cNvSpPr>
            <a:spLocks noGrp="1"/>
          </p:cNvSpPr>
          <p:nvPr>
            <p:ph type="dt" sz="half" idx="10"/>
          </p:nvPr>
        </p:nvSpPr>
        <p:spPr/>
        <p:txBody>
          <a:bodyPr/>
          <a:lstStyle/>
          <a:p>
            <a:fld id="{B1DD2820-0D82-454D-80AC-966B62AB1E4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200366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50488" y="30240449"/>
            <a:ext cx="19439573" cy="3570056"/>
          </a:xfrm>
        </p:spPr>
        <p:txBody>
          <a:bodyPr anchor="b"/>
          <a:lstStyle>
            <a:lvl1pPr algn="l">
              <a:defRPr sz="8902" b="1"/>
            </a:lvl1pPr>
          </a:lstStyle>
          <a:p>
            <a:r>
              <a:rPr lang="en-US"/>
              <a:t>Click to edit Master title style</a:t>
            </a:r>
          </a:p>
        </p:txBody>
      </p:sp>
      <p:sp>
        <p:nvSpPr>
          <p:cNvPr id="3" name="Picture Placeholder 2"/>
          <p:cNvSpPr>
            <a:spLocks noGrp="1"/>
          </p:cNvSpPr>
          <p:nvPr>
            <p:ph type="pic" idx="1"/>
          </p:nvPr>
        </p:nvSpPr>
        <p:spPr>
          <a:xfrm>
            <a:off x="6350488" y="3860059"/>
            <a:ext cx="19439573" cy="25920383"/>
          </a:xfrm>
        </p:spPr>
        <p:txBody>
          <a:bodyPr/>
          <a:lstStyle>
            <a:lvl1pPr marL="0" indent="0">
              <a:buNone/>
              <a:defRPr sz="14281"/>
            </a:lvl1pPr>
            <a:lvl2pPr marL="2044309" indent="0">
              <a:buNone/>
              <a:defRPr sz="12520"/>
            </a:lvl2pPr>
            <a:lvl3pPr marL="4088619" indent="0">
              <a:buNone/>
              <a:defRPr sz="10759"/>
            </a:lvl3pPr>
            <a:lvl4pPr marL="6132928" indent="0">
              <a:buNone/>
              <a:defRPr sz="8902"/>
            </a:lvl4pPr>
            <a:lvl5pPr marL="8177237" indent="0">
              <a:buNone/>
              <a:defRPr sz="8902"/>
            </a:lvl5pPr>
            <a:lvl6pPr marL="10221546" indent="0">
              <a:buNone/>
              <a:defRPr sz="8902"/>
            </a:lvl6pPr>
            <a:lvl7pPr marL="12265856" indent="0">
              <a:buNone/>
              <a:defRPr sz="8902"/>
            </a:lvl7pPr>
            <a:lvl8pPr marL="14310166" indent="0">
              <a:buNone/>
              <a:defRPr sz="8902"/>
            </a:lvl8pPr>
            <a:lvl9pPr marL="16354476" indent="0">
              <a:buNone/>
              <a:defRPr sz="8902"/>
            </a:lvl9pPr>
          </a:lstStyle>
          <a:p>
            <a:endParaRPr lang="en-US"/>
          </a:p>
        </p:txBody>
      </p:sp>
      <p:sp>
        <p:nvSpPr>
          <p:cNvPr id="4" name="Text Placeholder 3"/>
          <p:cNvSpPr>
            <a:spLocks noGrp="1"/>
          </p:cNvSpPr>
          <p:nvPr>
            <p:ph type="body" sz="half" idx="2"/>
          </p:nvPr>
        </p:nvSpPr>
        <p:spPr>
          <a:xfrm>
            <a:off x="6350488" y="33810503"/>
            <a:ext cx="19439573" cy="5070072"/>
          </a:xfrm>
        </p:spPr>
        <p:txBody>
          <a:bodyPr/>
          <a:lstStyle>
            <a:lvl1pPr marL="0" indent="0">
              <a:buNone/>
              <a:defRPr sz="6260"/>
            </a:lvl1pPr>
            <a:lvl2pPr marL="2044309" indent="0">
              <a:buNone/>
              <a:defRPr sz="5379"/>
            </a:lvl2pPr>
            <a:lvl3pPr marL="4088619" indent="0">
              <a:buNone/>
              <a:defRPr sz="4500"/>
            </a:lvl3pPr>
            <a:lvl4pPr marL="6132928" indent="0">
              <a:buNone/>
              <a:defRPr sz="4011"/>
            </a:lvl4pPr>
            <a:lvl5pPr marL="8177237" indent="0">
              <a:buNone/>
              <a:defRPr sz="4011"/>
            </a:lvl5pPr>
            <a:lvl6pPr marL="10221546" indent="0">
              <a:buNone/>
              <a:defRPr sz="4011"/>
            </a:lvl6pPr>
            <a:lvl7pPr marL="12265856" indent="0">
              <a:buNone/>
              <a:defRPr sz="4011"/>
            </a:lvl7pPr>
            <a:lvl8pPr marL="14310166" indent="0">
              <a:buNone/>
              <a:defRPr sz="4011"/>
            </a:lvl8pPr>
            <a:lvl9pPr marL="16354476" indent="0">
              <a:buNone/>
              <a:defRPr sz="4011"/>
            </a:lvl9pPr>
          </a:lstStyle>
          <a:p>
            <a:pPr lvl="0"/>
            <a:r>
              <a:rPr lang="en-US"/>
              <a:t>Click to edit Master text styles</a:t>
            </a:r>
          </a:p>
        </p:txBody>
      </p:sp>
      <p:sp>
        <p:nvSpPr>
          <p:cNvPr id="5" name="Date Placeholder 4"/>
          <p:cNvSpPr>
            <a:spLocks noGrp="1"/>
          </p:cNvSpPr>
          <p:nvPr>
            <p:ph type="dt" sz="half" idx="10"/>
          </p:nvPr>
        </p:nvSpPr>
        <p:spPr/>
        <p:txBody>
          <a:bodyPr/>
          <a:lstStyle/>
          <a:p>
            <a:fld id="{B1DD2820-0D82-454D-80AC-966B62AB1E4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418042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D2820-0D82-454D-80AC-966B62AB1E4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303108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64393" y="10150155"/>
            <a:ext cx="26240051" cy="2162431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833002" y="10150155"/>
            <a:ext cx="78191404" cy="2162431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D2820-0D82-454D-80AC-966B62AB1E4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4123E-F9A8-7344-9623-84C7A01C4807}" type="slidenum">
              <a:rPr lang="en-US" smtClean="0"/>
              <a:t>‹Nº›</a:t>
            </a:fld>
            <a:endParaRPr lang="en-US"/>
          </a:p>
        </p:txBody>
      </p:sp>
    </p:spTree>
    <p:extLst>
      <p:ext uri="{BB962C8B-B14F-4D97-AF65-F5344CB8AC3E}">
        <p14:creationId xmlns:p14="http://schemas.microsoft.com/office/powerpoint/2010/main" val="3460418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19966" y="1730029"/>
            <a:ext cx="29159359" cy="7200107"/>
          </a:xfrm>
          <a:prstGeom prst="rect">
            <a:avLst/>
          </a:prstGeom>
        </p:spPr>
        <p:txBody>
          <a:bodyPr vert="horz" lIns="418009" tIns="209004" rIns="418009" bIns="209004" rtlCol="0" anchor="ctr">
            <a:normAutofit/>
          </a:bodyPr>
          <a:lstStyle/>
          <a:p>
            <a:r>
              <a:rPr lang="en-US"/>
              <a:t>Click to edit Master title style</a:t>
            </a:r>
          </a:p>
        </p:txBody>
      </p:sp>
      <p:sp>
        <p:nvSpPr>
          <p:cNvPr id="3" name="Text Placeholder 2"/>
          <p:cNvSpPr>
            <a:spLocks noGrp="1"/>
          </p:cNvSpPr>
          <p:nvPr>
            <p:ph type="body" idx="1"/>
          </p:nvPr>
        </p:nvSpPr>
        <p:spPr>
          <a:xfrm>
            <a:off x="1619966" y="10080152"/>
            <a:ext cx="29159359" cy="28510424"/>
          </a:xfrm>
          <a:prstGeom prst="rect">
            <a:avLst/>
          </a:prstGeom>
        </p:spPr>
        <p:txBody>
          <a:bodyPr vert="horz" lIns="418009" tIns="209004" rIns="418009" bIns="20900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19965" y="40040595"/>
            <a:ext cx="7559834" cy="2300034"/>
          </a:xfrm>
          <a:prstGeom prst="rect">
            <a:avLst/>
          </a:prstGeom>
        </p:spPr>
        <p:txBody>
          <a:bodyPr vert="horz" lIns="418009" tIns="209004" rIns="418009" bIns="209004" rtlCol="0" anchor="ctr"/>
          <a:lstStyle>
            <a:lvl1pPr algn="l">
              <a:defRPr sz="5379">
                <a:solidFill>
                  <a:schemeClr val="tx1">
                    <a:tint val="75000"/>
                  </a:schemeClr>
                </a:solidFill>
              </a:defRPr>
            </a:lvl1pPr>
          </a:lstStyle>
          <a:p>
            <a:fld id="{B1DD2820-0D82-454D-80AC-966B62AB1E49}" type="datetimeFigureOut">
              <a:rPr lang="en-US" smtClean="0"/>
              <a:t>5/31/2026</a:t>
            </a:fld>
            <a:endParaRPr lang="en-US"/>
          </a:p>
        </p:txBody>
      </p:sp>
      <p:sp>
        <p:nvSpPr>
          <p:cNvPr id="5" name="Footer Placeholder 4"/>
          <p:cNvSpPr>
            <a:spLocks noGrp="1"/>
          </p:cNvSpPr>
          <p:nvPr>
            <p:ph type="ftr" sz="quarter" idx="3"/>
          </p:nvPr>
        </p:nvSpPr>
        <p:spPr>
          <a:xfrm>
            <a:off x="11069757" y="40040595"/>
            <a:ext cx="10259774" cy="2300034"/>
          </a:xfrm>
          <a:prstGeom prst="rect">
            <a:avLst/>
          </a:prstGeom>
        </p:spPr>
        <p:txBody>
          <a:bodyPr vert="horz" lIns="418009" tIns="209004" rIns="418009" bIns="209004" rtlCol="0" anchor="ctr"/>
          <a:lstStyle>
            <a:lvl1pPr algn="ctr">
              <a:defRPr sz="537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19491" y="40040595"/>
            <a:ext cx="7559834" cy="2300034"/>
          </a:xfrm>
          <a:prstGeom prst="rect">
            <a:avLst/>
          </a:prstGeom>
        </p:spPr>
        <p:txBody>
          <a:bodyPr vert="horz" lIns="418009" tIns="209004" rIns="418009" bIns="209004" rtlCol="0" anchor="ctr"/>
          <a:lstStyle>
            <a:lvl1pPr algn="r">
              <a:defRPr sz="5379">
                <a:solidFill>
                  <a:schemeClr val="tx1">
                    <a:tint val="75000"/>
                  </a:schemeClr>
                </a:solidFill>
              </a:defRPr>
            </a:lvl1pPr>
          </a:lstStyle>
          <a:p>
            <a:fld id="{0E14123E-F9A8-7344-9623-84C7A01C4807}" type="slidenum">
              <a:rPr lang="en-US" smtClean="0"/>
              <a:t>‹Nº›</a:t>
            </a:fld>
            <a:endParaRPr lang="en-US"/>
          </a:p>
        </p:txBody>
      </p:sp>
    </p:spTree>
    <p:extLst>
      <p:ext uri="{BB962C8B-B14F-4D97-AF65-F5344CB8AC3E}">
        <p14:creationId xmlns:p14="http://schemas.microsoft.com/office/powerpoint/2010/main" val="2392927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044309" rtl="0" eaLnBrk="1" latinLnBrk="0" hangingPunct="1">
        <a:spcBef>
          <a:spcPct val="0"/>
        </a:spcBef>
        <a:buNone/>
        <a:defRPr sz="19660" kern="1200">
          <a:solidFill>
            <a:schemeClr val="tx1"/>
          </a:solidFill>
          <a:latin typeface="+mj-lt"/>
          <a:ea typeface="+mj-ea"/>
          <a:cs typeface="+mj-cs"/>
        </a:defRPr>
      </a:lvl1pPr>
    </p:titleStyle>
    <p:bodyStyle>
      <a:lvl1pPr marL="1533233" indent="-1533233" algn="l" defTabSz="2044309" rtl="0" eaLnBrk="1" latinLnBrk="0" hangingPunct="1">
        <a:spcBef>
          <a:spcPct val="20000"/>
        </a:spcBef>
        <a:buFont typeface="Arial"/>
        <a:buChar char="•"/>
        <a:defRPr sz="14281" kern="1200">
          <a:solidFill>
            <a:schemeClr val="tx1"/>
          </a:solidFill>
          <a:latin typeface="+mn-lt"/>
          <a:ea typeface="+mn-ea"/>
          <a:cs typeface="+mn-cs"/>
        </a:defRPr>
      </a:lvl1pPr>
      <a:lvl2pPr marL="3322003" indent="-1277694" algn="l" defTabSz="2044309" rtl="0" eaLnBrk="1" latinLnBrk="0" hangingPunct="1">
        <a:spcBef>
          <a:spcPct val="20000"/>
        </a:spcBef>
        <a:buFont typeface="Arial"/>
        <a:buChar char="–"/>
        <a:defRPr sz="12520" kern="1200">
          <a:solidFill>
            <a:schemeClr val="tx1"/>
          </a:solidFill>
          <a:latin typeface="+mn-lt"/>
          <a:ea typeface="+mn-ea"/>
          <a:cs typeface="+mn-cs"/>
        </a:defRPr>
      </a:lvl2pPr>
      <a:lvl3pPr marL="5110774" indent="-1022155" algn="l" defTabSz="2044309" rtl="0" eaLnBrk="1" latinLnBrk="0" hangingPunct="1">
        <a:spcBef>
          <a:spcPct val="20000"/>
        </a:spcBef>
        <a:buFont typeface="Arial"/>
        <a:buChar char="•"/>
        <a:defRPr sz="10759" kern="1200">
          <a:solidFill>
            <a:schemeClr val="tx1"/>
          </a:solidFill>
          <a:latin typeface="+mn-lt"/>
          <a:ea typeface="+mn-ea"/>
          <a:cs typeface="+mn-cs"/>
        </a:defRPr>
      </a:lvl3pPr>
      <a:lvl4pPr marL="7155083" indent="-1022155" algn="l" defTabSz="2044309" rtl="0" eaLnBrk="1" latinLnBrk="0" hangingPunct="1">
        <a:spcBef>
          <a:spcPct val="20000"/>
        </a:spcBef>
        <a:buFont typeface="Arial"/>
        <a:buChar char="–"/>
        <a:defRPr sz="8902" kern="1200">
          <a:solidFill>
            <a:schemeClr val="tx1"/>
          </a:solidFill>
          <a:latin typeface="+mn-lt"/>
          <a:ea typeface="+mn-ea"/>
          <a:cs typeface="+mn-cs"/>
        </a:defRPr>
      </a:lvl4pPr>
      <a:lvl5pPr marL="9199393" indent="-1022155" algn="l" defTabSz="2044309" rtl="0" eaLnBrk="1" latinLnBrk="0" hangingPunct="1">
        <a:spcBef>
          <a:spcPct val="20000"/>
        </a:spcBef>
        <a:buFont typeface="Arial"/>
        <a:buChar char="»"/>
        <a:defRPr sz="8902" kern="1200">
          <a:solidFill>
            <a:schemeClr val="tx1"/>
          </a:solidFill>
          <a:latin typeface="+mn-lt"/>
          <a:ea typeface="+mn-ea"/>
          <a:cs typeface="+mn-cs"/>
        </a:defRPr>
      </a:lvl5pPr>
      <a:lvl6pPr marL="11243702" indent="-1022155" algn="l" defTabSz="2044309" rtl="0" eaLnBrk="1" latinLnBrk="0" hangingPunct="1">
        <a:spcBef>
          <a:spcPct val="20000"/>
        </a:spcBef>
        <a:buFont typeface="Arial"/>
        <a:buChar char="•"/>
        <a:defRPr sz="8902" kern="1200">
          <a:solidFill>
            <a:schemeClr val="tx1"/>
          </a:solidFill>
          <a:latin typeface="+mn-lt"/>
          <a:ea typeface="+mn-ea"/>
          <a:cs typeface="+mn-cs"/>
        </a:defRPr>
      </a:lvl6pPr>
      <a:lvl7pPr marL="13288013" indent="-1022155" algn="l" defTabSz="2044309" rtl="0" eaLnBrk="1" latinLnBrk="0" hangingPunct="1">
        <a:spcBef>
          <a:spcPct val="20000"/>
        </a:spcBef>
        <a:buFont typeface="Arial"/>
        <a:buChar char="•"/>
        <a:defRPr sz="8902" kern="1200">
          <a:solidFill>
            <a:schemeClr val="tx1"/>
          </a:solidFill>
          <a:latin typeface="+mn-lt"/>
          <a:ea typeface="+mn-ea"/>
          <a:cs typeface="+mn-cs"/>
        </a:defRPr>
      </a:lvl7pPr>
      <a:lvl8pPr marL="15332321" indent="-1022155" algn="l" defTabSz="2044309" rtl="0" eaLnBrk="1" latinLnBrk="0" hangingPunct="1">
        <a:spcBef>
          <a:spcPct val="20000"/>
        </a:spcBef>
        <a:buFont typeface="Arial"/>
        <a:buChar char="•"/>
        <a:defRPr sz="8902" kern="1200">
          <a:solidFill>
            <a:schemeClr val="tx1"/>
          </a:solidFill>
          <a:latin typeface="+mn-lt"/>
          <a:ea typeface="+mn-ea"/>
          <a:cs typeface="+mn-cs"/>
        </a:defRPr>
      </a:lvl8pPr>
      <a:lvl9pPr marL="17376631" indent="-1022155" algn="l" defTabSz="2044309" rtl="0" eaLnBrk="1" latinLnBrk="0" hangingPunct="1">
        <a:spcBef>
          <a:spcPct val="20000"/>
        </a:spcBef>
        <a:buFont typeface="Arial"/>
        <a:buChar char="•"/>
        <a:defRPr sz="8902" kern="1200">
          <a:solidFill>
            <a:schemeClr val="tx1"/>
          </a:solidFill>
          <a:latin typeface="+mn-lt"/>
          <a:ea typeface="+mn-ea"/>
          <a:cs typeface="+mn-cs"/>
        </a:defRPr>
      </a:lvl9pPr>
    </p:bodyStyle>
    <p:otherStyle>
      <a:defPPr>
        <a:defRPr lang="en-US"/>
      </a:defPPr>
      <a:lvl1pPr marL="0" algn="l" defTabSz="2044309" rtl="0" eaLnBrk="1" latinLnBrk="0" hangingPunct="1">
        <a:defRPr sz="8020" kern="1200">
          <a:solidFill>
            <a:schemeClr val="tx1"/>
          </a:solidFill>
          <a:latin typeface="+mn-lt"/>
          <a:ea typeface="+mn-ea"/>
          <a:cs typeface="+mn-cs"/>
        </a:defRPr>
      </a:lvl1pPr>
      <a:lvl2pPr marL="2044309" algn="l" defTabSz="2044309" rtl="0" eaLnBrk="1" latinLnBrk="0" hangingPunct="1">
        <a:defRPr sz="8020" kern="1200">
          <a:solidFill>
            <a:schemeClr val="tx1"/>
          </a:solidFill>
          <a:latin typeface="+mn-lt"/>
          <a:ea typeface="+mn-ea"/>
          <a:cs typeface="+mn-cs"/>
        </a:defRPr>
      </a:lvl2pPr>
      <a:lvl3pPr marL="4088619" algn="l" defTabSz="2044309" rtl="0" eaLnBrk="1" latinLnBrk="0" hangingPunct="1">
        <a:defRPr sz="8020" kern="1200">
          <a:solidFill>
            <a:schemeClr val="tx1"/>
          </a:solidFill>
          <a:latin typeface="+mn-lt"/>
          <a:ea typeface="+mn-ea"/>
          <a:cs typeface="+mn-cs"/>
        </a:defRPr>
      </a:lvl3pPr>
      <a:lvl4pPr marL="6132928" algn="l" defTabSz="2044309" rtl="0" eaLnBrk="1" latinLnBrk="0" hangingPunct="1">
        <a:defRPr sz="8020" kern="1200">
          <a:solidFill>
            <a:schemeClr val="tx1"/>
          </a:solidFill>
          <a:latin typeface="+mn-lt"/>
          <a:ea typeface="+mn-ea"/>
          <a:cs typeface="+mn-cs"/>
        </a:defRPr>
      </a:lvl4pPr>
      <a:lvl5pPr marL="8177237" algn="l" defTabSz="2044309" rtl="0" eaLnBrk="1" latinLnBrk="0" hangingPunct="1">
        <a:defRPr sz="8020" kern="1200">
          <a:solidFill>
            <a:schemeClr val="tx1"/>
          </a:solidFill>
          <a:latin typeface="+mn-lt"/>
          <a:ea typeface="+mn-ea"/>
          <a:cs typeface="+mn-cs"/>
        </a:defRPr>
      </a:lvl5pPr>
      <a:lvl6pPr marL="10221546" algn="l" defTabSz="2044309" rtl="0" eaLnBrk="1" latinLnBrk="0" hangingPunct="1">
        <a:defRPr sz="8020" kern="1200">
          <a:solidFill>
            <a:schemeClr val="tx1"/>
          </a:solidFill>
          <a:latin typeface="+mn-lt"/>
          <a:ea typeface="+mn-ea"/>
          <a:cs typeface="+mn-cs"/>
        </a:defRPr>
      </a:lvl6pPr>
      <a:lvl7pPr marL="12265856" algn="l" defTabSz="2044309" rtl="0" eaLnBrk="1" latinLnBrk="0" hangingPunct="1">
        <a:defRPr sz="8020" kern="1200">
          <a:solidFill>
            <a:schemeClr val="tx1"/>
          </a:solidFill>
          <a:latin typeface="+mn-lt"/>
          <a:ea typeface="+mn-ea"/>
          <a:cs typeface="+mn-cs"/>
        </a:defRPr>
      </a:lvl7pPr>
      <a:lvl8pPr marL="14310166" algn="l" defTabSz="2044309" rtl="0" eaLnBrk="1" latinLnBrk="0" hangingPunct="1">
        <a:defRPr sz="8020" kern="1200">
          <a:solidFill>
            <a:schemeClr val="tx1"/>
          </a:solidFill>
          <a:latin typeface="+mn-lt"/>
          <a:ea typeface="+mn-ea"/>
          <a:cs typeface="+mn-cs"/>
        </a:defRPr>
      </a:lvl8pPr>
      <a:lvl9pPr marL="16354476" algn="l" defTabSz="2044309" rtl="0" eaLnBrk="1" latinLnBrk="0" hangingPunct="1">
        <a:defRPr sz="80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1"/>
          <p:cNvSpPr>
            <a:spLocks noChangeArrowheads="1"/>
          </p:cNvSpPr>
          <p:nvPr/>
        </p:nvSpPr>
        <p:spPr bwMode="auto">
          <a:xfrm>
            <a:off x="5742375" y="699561"/>
            <a:ext cx="20923984" cy="42488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87388" tIns="93694" rIns="187388" bIns="93694" anchor="ctr"/>
          <a:lstStyle/>
          <a:p>
            <a:pPr algn="ctr" defTabSz="4496126">
              <a:defRPr/>
            </a:pPr>
            <a:r>
              <a:rPr lang="es-CO" sz="5500" b="1">
                <a:latin typeface="Helvetica"/>
                <a:cs typeface="Helvetica"/>
              </a:rPr>
              <a:t>SIGPAJFA: Sistema Integral de Gestión de Prácticas </a:t>
            </a:r>
            <a:r>
              <a:rPr lang="es-CO" sz="5500" b="1" dirty="0">
                <a:latin typeface="Helvetica"/>
                <a:cs typeface="Helvetica"/>
              </a:rPr>
              <a:t>Académicas</a:t>
            </a:r>
            <a:br>
              <a:rPr lang="es-CO" sz="13300" b="1" dirty="0">
                <a:latin typeface="Helvetica"/>
                <a:cs typeface="Helvetica"/>
              </a:rPr>
            </a:br>
            <a:r>
              <a:rPr lang="es-CO" sz="4300" i="1" dirty="0">
                <a:solidFill>
                  <a:schemeClr val="tx1">
                    <a:lumMod val="75000"/>
                    <a:lumOff val="25000"/>
                  </a:schemeClr>
                </a:solidFill>
                <a:latin typeface="Helvetica"/>
                <a:cs typeface="Helvetica"/>
              </a:rPr>
              <a:t>Juan Felipe </a:t>
            </a:r>
            <a:r>
              <a:rPr lang="es-CO" sz="4300" i="1" err="1">
                <a:solidFill>
                  <a:schemeClr val="tx1">
                    <a:lumMod val="75000"/>
                    <a:lumOff val="25000"/>
                  </a:schemeClr>
                </a:solidFill>
                <a:latin typeface="Helvetica"/>
                <a:cs typeface="Helvetica"/>
              </a:rPr>
              <a:t>Gutierrez</a:t>
            </a:r>
            <a:r>
              <a:rPr lang="es-CO" sz="4300" i="1" dirty="0">
                <a:solidFill>
                  <a:schemeClr val="tx1">
                    <a:lumMod val="75000"/>
                    <a:lumOff val="25000"/>
                  </a:schemeClr>
                </a:solidFill>
                <a:latin typeface="Helvetica"/>
                <a:cs typeface="Helvetica"/>
              </a:rPr>
              <a:t> Galvis, Alonso </a:t>
            </a:r>
            <a:r>
              <a:rPr lang="es-CO" sz="4300" i="1" err="1">
                <a:solidFill>
                  <a:schemeClr val="tx1">
                    <a:lumMod val="75000"/>
                    <a:lumOff val="25000"/>
                  </a:schemeClr>
                </a:solidFill>
                <a:latin typeface="Helvetica"/>
                <a:cs typeface="Helvetica"/>
              </a:rPr>
              <a:t>Andres</a:t>
            </a:r>
            <a:r>
              <a:rPr lang="es-CO" sz="4300" i="1" dirty="0">
                <a:solidFill>
                  <a:schemeClr val="tx1">
                    <a:lumMod val="75000"/>
                    <a:lumOff val="25000"/>
                  </a:schemeClr>
                </a:solidFill>
                <a:latin typeface="Helvetica"/>
                <a:cs typeface="Helvetica"/>
              </a:rPr>
              <a:t> Henao Roa, Jorge Enrique Saldaña </a:t>
            </a:r>
            <a:r>
              <a:rPr lang="es-CO" sz="4300" i="1" err="1">
                <a:solidFill>
                  <a:schemeClr val="tx1">
                    <a:lumMod val="75000"/>
                    <a:lumOff val="25000"/>
                  </a:schemeClr>
                </a:solidFill>
                <a:latin typeface="Helvetica"/>
                <a:cs typeface="Helvetica"/>
              </a:rPr>
              <a:t>Gomez</a:t>
            </a:r>
            <a:r>
              <a:rPr lang="es-CO" sz="4300" i="1" dirty="0">
                <a:solidFill>
                  <a:schemeClr val="tx1">
                    <a:lumMod val="75000"/>
                    <a:lumOff val="25000"/>
                  </a:schemeClr>
                </a:solidFill>
                <a:latin typeface="Helvetica"/>
                <a:cs typeface="Helvetica"/>
              </a:rPr>
              <a:t> </a:t>
            </a:r>
            <a:endParaRPr lang="es-ES" sz="4300" dirty="0">
              <a:solidFill>
                <a:schemeClr val="tx1">
                  <a:lumMod val="75000"/>
                  <a:lumOff val="25000"/>
                </a:schemeClr>
              </a:solidFill>
            </a:endParaRPr>
          </a:p>
          <a:p>
            <a:pPr algn="ctr" defTabSz="4496126">
              <a:defRPr/>
            </a:pPr>
            <a:endParaRPr lang="es-CO" altLang="ja-JP" sz="4304" i="1" dirty="0">
              <a:solidFill>
                <a:schemeClr val="tx1">
                  <a:lumMod val="75000"/>
                  <a:lumOff val="25000"/>
                </a:schemeClr>
              </a:solidFill>
              <a:latin typeface="Helvetica"/>
              <a:cs typeface="Helvetica"/>
            </a:endParaRPr>
          </a:p>
          <a:p>
            <a:pPr algn="ctr" defTabSz="4496126">
              <a:defRPr/>
            </a:pPr>
            <a:r>
              <a:rPr lang="es-CO" altLang="ja-JP" sz="4300" i="1" dirty="0">
                <a:solidFill>
                  <a:schemeClr val="tx1">
                    <a:lumMod val="75000"/>
                    <a:lumOff val="25000"/>
                  </a:schemeClr>
                </a:solidFill>
                <a:latin typeface="Helvetica"/>
                <a:ea typeface="ＭＳ Ｐゴシック"/>
                <a:cs typeface="Helvetica"/>
              </a:rPr>
              <a:t>Materias integradas: Base de Datos II, Programación II, </a:t>
            </a:r>
            <a:r>
              <a:rPr lang="es-CO" altLang="ja-JP" sz="4300" i="1">
                <a:solidFill>
                  <a:schemeClr val="tx1">
                    <a:lumMod val="75000"/>
                    <a:lumOff val="25000"/>
                  </a:schemeClr>
                </a:solidFill>
                <a:latin typeface="Helvetica"/>
                <a:ea typeface="ＭＳ Ｐゴシック"/>
                <a:cs typeface="Helvetica"/>
              </a:rPr>
              <a:t>Ingeniería del Software I</a:t>
            </a:r>
            <a:endParaRPr lang="es-CO" altLang="ja-JP" sz="4300" i="1" dirty="0">
              <a:solidFill>
                <a:schemeClr val="tx1">
                  <a:lumMod val="75000"/>
                  <a:lumOff val="25000"/>
                </a:schemeClr>
              </a:solidFill>
              <a:latin typeface="Helvetica"/>
              <a:ea typeface="ＭＳ Ｐゴシック"/>
              <a:cs typeface="Helvetica"/>
            </a:endParaRPr>
          </a:p>
        </p:txBody>
      </p:sp>
      <p:sp>
        <p:nvSpPr>
          <p:cNvPr id="7" name="Text Box 5"/>
          <p:cNvSpPr txBox="1">
            <a:spLocks noChangeArrowheads="1"/>
          </p:cNvSpPr>
          <p:nvPr/>
        </p:nvSpPr>
        <p:spPr bwMode="auto">
          <a:xfrm>
            <a:off x="-553626" y="6784064"/>
            <a:ext cx="5193855" cy="1091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a:solidFill>
                  <a:srgbClr val="0D0C0C"/>
                </a:solidFill>
                <a:latin typeface="Helvetica" charset="0"/>
                <a:cs typeface="Helvetica" charset="0"/>
              </a:rPr>
              <a:t>Resumen</a:t>
            </a:r>
          </a:p>
        </p:txBody>
      </p:sp>
      <p:pic>
        <p:nvPicPr>
          <p:cNvPr id="12" name="Picture 5" descr="Call4Posters_white.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24560" y="61239758"/>
            <a:ext cx="4046999" cy="10218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Rectangle 27"/>
          <p:cNvSpPr>
            <a:spLocks noChangeArrowheads="1"/>
          </p:cNvSpPr>
          <p:nvPr/>
        </p:nvSpPr>
        <p:spPr bwMode="auto">
          <a:xfrm>
            <a:off x="5394907" y="41078186"/>
            <a:ext cx="22406752" cy="2186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87388" tIns="93694" rIns="187388" bIns="93694" anchor="ctr"/>
          <a:lstStyle/>
          <a:p>
            <a:pPr algn="ctr" defTabSz="4495247"/>
            <a:r>
              <a:rPr lang="es-CO" sz="3500" b="1" i="1">
                <a:solidFill>
                  <a:srgbClr val="0D0C0C"/>
                </a:solidFill>
                <a:latin typeface="Helvetica"/>
                <a:cs typeface="Helvetica"/>
              </a:rPr>
              <a:t>Encuentro de Proyectos Integradores de Investigación- Facultad de Ingenierías- UDI </a:t>
            </a:r>
          </a:p>
          <a:p>
            <a:pPr algn="ctr" defTabSz="4495247"/>
            <a:r>
              <a:rPr lang="es-CO" sz="3500" b="1" i="1">
                <a:solidFill>
                  <a:srgbClr val="0D0C0C"/>
                </a:solidFill>
                <a:latin typeface="Helvetica"/>
                <a:cs typeface="Helvetica"/>
              </a:rPr>
              <a:t>Ingeniería de Sistemas - 2026</a:t>
            </a:r>
          </a:p>
        </p:txBody>
      </p:sp>
      <p:sp>
        <p:nvSpPr>
          <p:cNvPr id="20" name="Rectangle 52"/>
          <p:cNvSpPr>
            <a:spLocks noChangeArrowheads="1"/>
          </p:cNvSpPr>
          <p:nvPr/>
        </p:nvSpPr>
        <p:spPr bwMode="auto">
          <a:xfrm>
            <a:off x="11635114" y="12387090"/>
            <a:ext cx="9000000" cy="108000"/>
          </a:xfrm>
          <a:prstGeom prst="rect">
            <a:avLst/>
          </a:prstGeom>
          <a:solidFill>
            <a:srgbClr val="FCCD45"/>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2145916"/>
            <a:endParaRPr lang="en-US" sz="10368"/>
          </a:p>
        </p:txBody>
      </p:sp>
      <p:sp>
        <p:nvSpPr>
          <p:cNvPr id="21" name="Rectangle 44"/>
          <p:cNvSpPr>
            <a:spLocks noChangeArrowheads="1"/>
          </p:cNvSpPr>
          <p:nvPr/>
        </p:nvSpPr>
        <p:spPr bwMode="auto">
          <a:xfrm>
            <a:off x="-19374" y="4996590"/>
            <a:ext cx="32400000" cy="288000"/>
          </a:xfrm>
          <a:prstGeom prst="rect">
            <a:avLst/>
          </a:prstGeom>
          <a:solidFill>
            <a:srgbClr val="00689D"/>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187416" tIns="93708" rIns="187416" bIns="93708"/>
          <a:lstStyle/>
          <a:p>
            <a:pPr defTabSz="4495247"/>
            <a:endParaRPr lang="en-US" sz="8053">
              <a:latin typeface="Helvetica" charset="0"/>
              <a:cs typeface="Helvetica" charset="0"/>
            </a:endParaRPr>
          </a:p>
        </p:txBody>
      </p:sp>
      <p:sp>
        <p:nvSpPr>
          <p:cNvPr id="22" name="TextBox 6"/>
          <p:cNvSpPr txBox="1">
            <a:spLocks noChangeArrowheads="1"/>
          </p:cNvSpPr>
          <p:nvPr/>
        </p:nvSpPr>
        <p:spPr bwMode="auto">
          <a:xfrm>
            <a:off x="4379332" y="5476028"/>
            <a:ext cx="27134036" cy="47026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a:lnSpc>
                <a:spcPct val="150000"/>
              </a:lnSpc>
            </a:pPr>
            <a:r>
              <a:rPr lang="es-CO" sz="2900" dirty="0">
                <a:latin typeface="Helvetica"/>
                <a:ea typeface="ＭＳ Ｐゴシック"/>
                <a:cs typeface="Helvetica"/>
              </a:rPr>
              <a:t>SIGPAJFA es un software desarrollado para centralizar la gestión de las prácticas pedagógicas en los programas de la UDI de Bucaramanga. El problema que motiva este proyecto es la dispersión de la información: actualmente el proceso se apoya en correos electrónicos, hojas de cálculo y documentos físicos, lo que genera sobrecarga administrativa, falta de trazabilidad. SIGPAJFA integra en una sola plataforma los ocho niveles de práctica, permitiendo al Director asignar plazas, a los estudiantes cargar bitácoras y evidencias, y a los docentes asesores evaluar. El sistema fue desarrollado en Java con base de datos Oracle, empleando un modelo relacional con 11 tablas, procedimientos almacenados y disparadores. Los resultados obtenidos hasta la fecha incluyen: documentación SRS, </a:t>
            </a:r>
            <a:r>
              <a:rPr lang="es-CO" sz="2900">
                <a:latin typeface="Helvetica"/>
                <a:ea typeface="ＭＳ Ｐゴシック"/>
                <a:cs typeface="Helvetica"/>
              </a:rPr>
              <a:t>diagramas UML, modelo entidad-relación, diccionario de datos, y un prototipo funcional con interfaz Java Swing.</a:t>
            </a:r>
            <a:endParaRPr lang="es-CO" sz="2900" dirty="0">
              <a:latin typeface="Helvetica"/>
              <a:ea typeface="ＭＳ Ｐゴシック"/>
              <a:cs typeface="Helvetica"/>
            </a:endParaRPr>
          </a:p>
          <a:p>
            <a:pPr algn="just" eaLnBrk="1" hangingPunct="1">
              <a:lnSpc>
                <a:spcPct val="150000"/>
              </a:lnSpc>
            </a:pPr>
            <a:endParaRPr lang="es-CO" sz="2935" dirty="0">
              <a:latin typeface="Helvetica" charset="0"/>
              <a:cs typeface="Helvetica" charset="0"/>
            </a:endParaRPr>
          </a:p>
        </p:txBody>
      </p:sp>
      <p:cxnSp>
        <p:nvCxnSpPr>
          <p:cNvPr id="52" name="Straight Connector 59"/>
          <p:cNvCxnSpPr>
            <a:cxnSpLocks noChangeShapeType="1"/>
          </p:cNvCxnSpPr>
          <p:nvPr/>
        </p:nvCxnSpPr>
        <p:spPr bwMode="auto">
          <a:xfrm>
            <a:off x="10832634" y="11495245"/>
            <a:ext cx="0" cy="28065841"/>
          </a:xfrm>
          <a:prstGeom prst="line">
            <a:avLst/>
          </a:prstGeom>
          <a:noFill/>
          <a:ln w="76200">
            <a:solidFill>
              <a:srgbClr val="00689D"/>
            </a:solidFill>
            <a:round/>
            <a:headEnd/>
            <a:tailEnd/>
          </a:ln>
          <a:extLst>
            <a:ext uri="{909E8E84-426E-40dd-AFC4-6F175D3DCCD1}">
              <a14:hiddenFill xmlns:a14="http://schemas.microsoft.com/office/drawing/2010/main" xmlns="">
                <a:noFill/>
              </a14:hiddenFill>
            </a:ext>
          </a:extLst>
        </p:spPr>
      </p:cxnSp>
      <p:cxnSp>
        <p:nvCxnSpPr>
          <p:cNvPr id="53" name="Straight Connector 62"/>
          <p:cNvCxnSpPr>
            <a:cxnSpLocks noChangeShapeType="1"/>
          </p:cNvCxnSpPr>
          <p:nvPr/>
        </p:nvCxnSpPr>
        <p:spPr bwMode="auto">
          <a:xfrm>
            <a:off x="21566654" y="11495245"/>
            <a:ext cx="0" cy="28065841"/>
          </a:xfrm>
          <a:prstGeom prst="line">
            <a:avLst/>
          </a:prstGeom>
          <a:noFill/>
          <a:ln w="76200">
            <a:solidFill>
              <a:srgbClr val="00689D"/>
            </a:solidFill>
            <a:round/>
            <a:headEnd/>
            <a:tailEnd/>
          </a:ln>
          <a:extLst>
            <a:ext uri="{909E8E84-426E-40dd-AFC4-6F175D3DCCD1}">
              <a14:hiddenFill xmlns:a14="http://schemas.microsoft.com/office/drawing/2010/main" xmlns="">
                <a:noFill/>
              </a14:hiddenFill>
            </a:ext>
          </a:extLst>
        </p:spPr>
      </p:cxnSp>
      <p:sp>
        <p:nvSpPr>
          <p:cNvPr id="3" name="CuadroTexto 2"/>
          <p:cNvSpPr txBox="1"/>
          <p:nvPr/>
        </p:nvSpPr>
        <p:spPr>
          <a:xfrm>
            <a:off x="1478219" y="2561592"/>
            <a:ext cx="5802225" cy="2380395"/>
          </a:xfrm>
          <a:prstGeom prst="rect">
            <a:avLst/>
          </a:prstGeom>
          <a:noFill/>
        </p:spPr>
        <p:txBody>
          <a:bodyPr wrap="square" rtlCol="0">
            <a:spAutoFit/>
          </a:bodyPr>
          <a:lstStyle/>
          <a:p>
            <a:pPr algn="ctr"/>
            <a:r>
              <a:rPr lang="es-CO" sz="3717" b="1" dirty="0">
                <a:solidFill>
                  <a:srgbClr val="0C649A"/>
                </a:solidFill>
              </a:rPr>
              <a:t> II Encuentro de Proyectos Integradores de Investigación</a:t>
            </a:r>
          </a:p>
          <a:p>
            <a:pPr algn="ctr"/>
            <a:r>
              <a:rPr lang="es-CO" sz="3717" b="1" dirty="0">
                <a:solidFill>
                  <a:srgbClr val="0C649A"/>
                </a:solidFill>
              </a:rPr>
              <a:t>Junio de 2023</a:t>
            </a:r>
          </a:p>
        </p:txBody>
      </p:sp>
      <p:sp>
        <p:nvSpPr>
          <p:cNvPr id="62" name="Rectangle 44"/>
          <p:cNvSpPr>
            <a:spLocks noChangeArrowheads="1"/>
          </p:cNvSpPr>
          <p:nvPr/>
        </p:nvSpPr>
        <p:spPr bwMode="auto">
          <a:xfrm>
            <a:off x="4241" y="41094915"/>
            <a:ext cx="32400000" cy="288000"/>
          </a:xfrm>
          <a:prstGeom prst="rect">
            <a:avLst/>
          </a:prstGeom>
          <a:solidFill>
            <a:srgbClr val="FCCD45"/>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187416" tIns="93708" rIns="187416" bIns="93708"/>
          <a:lstStyle/>
          <a:p>
            <a:pPr defTabSz="4495247"/>
            <a:endParaRPr lang="en-US" sz="8053">
              <a:latin typeface="Helvetica" charset="0"/>
              <a:cs typeface="Helvetica" charset="0"/>
            </a:endParaRPr>
          </a:p>
        </p:txBody>
      </p:sp>
      <p:sp>
        <p:nvSpPr>
          <p:cNvPr id="17" name="Text Box 5"/>
          <p:cNvSpPr txBox="1">
            <a:spLocks noChangeArrowheads="1"/>
          </p:cNvSpPr>
          <p:nvPr/>
        </p:nvSpPr>
        <p:spPr bwMode="auto">
          <a:xfrm>
            <a:off x="748194" y="10832022"/>
            <a:ext cx="8945018" cy="111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a:solidFill>
                  <a:srgbClr val="0D0C0C"/>
                </a:solidFill>
                <a:latin typeface="Helvetica" charset="0"/>
                <a:cs typeface="Helvetica" charset="0"/>
              </a:rPr>
              <a:t>Introducción</a:t>
            </a:r>
          </a:p>
        </p:txBody>
      </p:sp>
      <p:sp>
        <p:nvSpPr>
          <p:cNvPr id="18" name="TextBox 6"/>
          <p:cNvSpPr txBox="1">
            <a:spLocks noChangeArrowheads="1"/>
          </p:cNvSpPr>
          <p:nvPr/>
        </p:nvSpPr>
        <p:spPr bwMode="auto">
          <a:xfrm>
            <a:off x="749239" y="12906833"/>
            <a:ext cx="9156317" cy="164622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a:lnSpc>
                <a:spcPct val="150000"/>
              </a:lnSpc>
            </a:pPr>
            <a:r>
              <a:rPr lang="es-CO" sz="3100" dirty="0">
                <a:latin typeface="Helvetica"/>
                <a:ea typeface="ＭＳ Ｐゴシック"/>
                <a:cs typeface="Helvetica"/>
              </a:rPr>
              <a:t>Los programas de licenciatura de la UDI exigen ocho niveles de práctica pedagógica como requisito de grado, regulados por el Decreto 1075 de 2015 del Ministerio de Educación Nacional (MEN). Sin embargo, la gestión de este proceso se realiza actualmente con herramientas dispersas: correos electrónicos, hojas de cálculo y carpetas físicas. Esta fragmentación genera tres problemas centrales: (1) sobrecarga administrativa del Director del Programa, que dedica tiempo a tareas operativas en lugar de liderazgo académico; (2) imposibilidad de hacer seguimiento en tiempo real del avance de los estudiantes, visitas de docentes y cumplimiento de horas; y (3) evaluaciones con poca trazabilidad.. Para resolver esta problemática, se propone SIGPAJFA: un software cliente servidor desarrollado en Java con base de datos Oracle, diseñado para centralizar en un </a:t>
            </a:r>
            <a:r>
              <a:rPr lang="es-CO" sz="3100">
                <a:latin typeface="Helvetica"/>
                <a:ea typeface="ＭＳ Ｐゴシック"/>
                <a:cs typeface="Helvetica"/>
              </a:rPr>
              <a:t>solo lugar toda la gestión de las prácticas </a:t>
            </a:r>
            <a:r>
              <a:rPr lang="es-CO" sz="3100" dirty="0">
                <a:latin typeface="Helvetica"/>
                <a:ea typeface="ＭＳ Ｐゴシック"/>
                <a:cs typeface="Helvetica"/>
              </a:rPr>
              <a:t>pedagógicas, con roles diferenciados para Director, Coordinador, Docente Asesor, Estudiante e Institución Receptora.</a:t>
            </a:r>
            <a:endParaRPr lang="es-ES" dirty="0">
              <a:latin typeface="Helvetica"/>
              <a:ea typeface="ＭＳ Ｐゴシック"/>
              <a:cs typeface="Helvetica"/>
            </a:endParaRPr>
          </a:p>
          <a:p>
            <a:pPr algn="just">
              <a:lnSpc>
                <a:spcPct val="150000"/>
              </a:lnSpc>
            </a:pPr>
            <a:endParaRPr lang="es-CO" sz="3100" dirty="0">
              <a:latin typeface="Helvetica" charset="0"/>
              <a:cs typeface="Helvetica" charset="0"/>
            </a:endParaRPr>
          </a:p>
        </p:txBody>
      </p:sp>
      <p:sp>
        <p:nvSpPr>
          <p:cNvPr id="19" name="Text Box 5"/>
          <p:cNvSpPr txBox="1">
            <a:spLocks noChangeArrowheads="1"/>
          </p:cNvSpPr>
          <p:nvPr/>
        </p:nvSpPr>
        <p:spPr bwMode="auto">
          <a:xfrm>
            <a:off x="881728" y="28683967"/>
            <a:ext cx="8945018" cy="111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err="1">
                <a:solidFill>
                  <a:srgbClr val="0D0C0C"/>
                </a:solidFill>
                <a:latin typeface="Helvetica" charset="0"/>
                <a:cs typeface="Helvetica" charset="0"/>
              </a:rPr>
              <a:t>Metodología</a:t>
            </a:r>
            <a:endParaRPr lang="en-US" sz="5868" b="1" dirty="0">
              <a:solidFill>
                <a:srgbClr val="0D0C0C"/>
              </a:solidFill>
              <a:latin typeface="Helvetica" charset="0"/>
              <a:cs typeface="Helvetica" charset="0"/>
            </a:endParaRPr>
          </a:p>
        </p:txBody>
      </p:sp>
      <p:sp>
        <p:nvSpPr>
          <p:cNvPr id="23" name="TextBox 6"/>
          <p:cNvSpPr txBox="1">
            <a:spLocks noChangeArrowheads="1"/>
          </p:cNvSpPr>
          <p:nvPr/>
        </p:nvSpPr>
        <p:spPr bwMode="auto">
          <a:xfrm>
            <a:off x="881729" y="29903257"/>
            <a:ext cx="8945016" cy="1145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eaLnBrk="1" hangingPunct="1">
              <a:lnSpc>
                <a:spcPct val="150000"/>
              </a:lnSpc>
            </a:pPr>
            <a:r>
              <a:rPr lang="es-CO" sz="3100" dirty="0">
                <a:latin typeface="Arial"/>
                <a:ea typeface="ＭＳ Ｐゴシック"/>
              </a:rPr>
              <a:t>Se organizó en tres fases académicas: Fase 1 (Definición de Requerimientos y Diseño): levantamiento de requisitos funcionales y no funcionales, diseño de la arquitectura del sistema en Astah (diagramas UML de casos de uso y modelo de dominio), y definición del modelo de base de datos Oracle con 11 tablas. Fase 2 (Construcción del Prototipo): desarrollo del 50% de los casos de uso, implementación del CRUD básico en Oracle, creación de la interfaz gráfica en Java Swing con NetBeans y gestión del código en GitHub. Fase 3 (Implementación Avanzada): programación del 100% de los casos de uso, implementación de procedimientos almacenados, funciones y disparadores en Oracle, y generación </a:t>
            </a:r>
            <a:r>
              <a:rPr lang="es-CO" sz="3100">
                <a:latin typeface="Arial"/>
                <a:ea typeface="ＭＳ Ｐゴシック"/>
              </a:rPr>
              <a:t>de reportes.</a:t>
            </a:r>
            <a:endParaRPr lang="es-CO" sz="3100">
              <a:latin typeface="Arial"/>
              <a:ea typeface="ＭＳ Ｐゴシック"/>
              <a:cs typeface="Helvetica" charset="0"/>
            </a:endParaRPr>
          </a:p>
        </p:txBody>
      </p:sp>
      <p:sp>
        <p:nvSpPr>
          <p:cNvPr id="25" name="Text Box 5"/>
          <p:cNvSpPr txBox="1">
            <a:spLocks noChangeArrowheads="1"/>
          </p:cNvSpPr>
          <p:nvPr/>
        </p:nvSpPr>
        <p:spPr bwMode="auto">
          <a:xfrm>
            <a:off x="11635117" y="10832022"/>
            <a:ext cx="8945018" cy="111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a:solidFill>
                  <a:srgbClr val="0D0C0C"/>
                </a:solidFill>
                <a:latin typeface="Helvetica" charset="0"/>
                <a:cs typeface="Helvetica" charset="0"/>
              </a:rPr>
              <a:t>Resultados</a:t>
            </a:r>
          </a:p>
        </p:txBody>
      </p:sp>
      <p:sp>
        <p:nvSpPr>
          <p:cNvPr id="26" name="TextBox 6"/>
          <p:cNvSpPr txBox="1">
            <a:spLocks noChangeArrowheads="1"/>
          </p:cNvSpPr>
          <p:nvPr/>
        </p:nvSpPr>
        <p:spPr bwMode="auto">
          <a:xfrm>
            <a:off x="11529465" y="12963332"/>
            <a:ext cx="9156317" cy="221928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a:lnSpc>
                <a:spcPct val="150000"/>
              </a:lnSpc>
            </a:pPr>
            <a:r>
              <a:rPr lang="es-CO" sz="3100">
                <a:latin typeface="Helvetica"/>
                <a:ea typeface="ＭＳ Ｐゴシック"/>
                <a:cs typeface="Helvetica"/>
              </a:rPr>
              <a:t>El desarrollo del sistema SIGPAJFA fue</a:t>
            </a:r>
            <a:r>
              <a:rPr lang="es-CO" sz="3100" dirty="0">
                <a:latin typeface="Helvetica"/>
                <a:ea typeface="ＭＳ Ｐゴシック"/>
                <a:cs typeface="Helvetica"/>
              </a:rPr>
              <a:t> organizada en clases en Java distribuidas en paquetes MVC (Modelo-Vista-</a:t>
            </a:r>
            <a:r>
              <a:rPr lang="es-CO" sz="3100">
                <a:latin typeface="Helvetica"/>
                <a:ea typeface="ＭＳ Ｐゴシック"/>
                <a:cs typeface="Helvetica"/>
              </a:rPr>
              <a:t>Controlador) y soportada por 11 </a:t>
            </a:r>
            <a:r>
              <a:rPr lang="es-CO" sz="3100" dirty="0">
                <a:latin typeface="Helvetica"/>
                <a:ea typeface="ＭＳ Ｐゴシック"/>
                <a:cs typeface="Helvetica"/>
              </a:rPr>
              <a:t>tablas relacionales </a:t>
            </a:r>
            <a:r>
              <a:rPr lang="es-CO" sz="3100">
                <a:latin typeface="Helvetica"/>
                <a:ea typeface="ＭＳ Ｐゴシック"/>
                <a:cs typeface="Helvetica"/>
              </a:rPr>
              <a:t>en Oracle.</a:t>
            </a:r>
            <a:endParaRPr lang="es-ES"/>
          </a:p>
          <a:p>
            <a:pPr algn="just">
              <a:lnSpc>
                <a:spcPct val="150000"/>
              </a:lnSpc>
            </a:pPr>
            <a:r>
              <a:rPr lang="es-CO" sz="3100" dirty="0">
                <a:latin typeface="Helvetica"/>
                <a:ea typeface="ＭＳ Ｐゴシック"/>
                <a:cs typeface="Helvetica"/>
              </a:rPr>
              <a:t>Se implementaron </a:t>
            </a:r>
            <a:r>
              <a:rPr lang="es-CO" sz="3100" dirty="0" err="1">
                <a:latin typeface="Helvetica"/>
                <a:ea typeface="ＭＳ Ｐゴシック"/>
                <a:cs typeface="Helvetica"/>
              </a:rPr>
              <a:t>dashboards</a:t>
            </a:r>
            <a:r>
              <a:rPr lang="es-CO" sz="3100" dirty="0">
                <a:latin typeface="Helvetica"/>
                <a:ea typeface="ＭＳ Ｐゴシック"/>
                <a:cs typeface="Helvetica"/>
              </a:rPr>
              <a:t> diferenciados por rol: el Director gestiona plazas de práctica, asigna docentes, administra convenios institucionales, supervisa el cumplimiento de horas mediante indicadores visuales por colores y genera reportes estadísticos exportables en formato PDF con gráficos de barras. El Coordinador registra instituciones receptoras, asigna estudiantes a plazas y aprueba bitácoras. El Docente Asesor evalúa el desempeño estudiantil con calificación cuantitativa (0.0 a 5.0) acompañada de su debida retroalimentación. El Estudiante registra bitácoras por visita con enlace a evidencias en la nube y consulta sus notas y retroalimentaciones en tiempo real.</a:t>
            </a:r>
            <a:endParaRPr lang="es-CO" dirty="0"/>
          </a:p>
          <a:p>
            <a:pPr algn="just">
              <a:lnSpc>
                <a:spcPct val="150000"/>
              </a:lnSpc>
            </a:pPr>
            <a:r>
              <a:rPr lang="es-CO" sz="3100" dirty="0">
                <a:latin typeface="Helvetica"/>
                <a:ea typeface="ＭＳ Ｐゴシック"/>
                <a:cs typeface="Helvetica"/>
              </a:rPr>
              <a:t>La base de datos Oracle implementa </a:t>
            </a:r>
            <a:r>
              <a:rPr lang="es-CO" sz="3100" dirty="0" err="1">
                <a:latin typeface="Helvetica"/>
                <a:ea typeface="ＭＳ Ｐゴシック"/>
                <a:cs typeface="Helvetica"/>
              </a:rPr>
              <a:t>triggers</a:t>
            </a:r>
            <a:r>
              <a:rPr lang="es-CO" sz="3100" dirty="0">
                <a:latin typeface="Helvetica"/>
                <a:ea typeface="ＭＳ Ｐゴシック"/>
                <a:cs typeface="Helvetica"/>
              </a:rPr>
              <a:t> para generación automática de </a:t>
            </a:r>
            <a:r>
              <a:rPr lang="es-CO" sz="3100" dirty="0" err="1">
                <a:latin typeface="Helvetica"/>
                <a:ea typeface="ＭＳ Ｐゴシック"/>
                <a:cs typeface="Helvetica"/>
              </a:rPr>
              <a:t>IDs</a:t>
            </a:r>
            <a:r>
              <a:rPr lang="es-CO" sz="3100" dirty="0">
                <a:latin typeface="Helvetica"/>
                <a:ea typeface="ＭＳ Ｐゴシック"/>
                <a:cs typeface="Helvetica"/>
              </a:rPr>
              <a:t>, procedimientos almacenados para la lógica de negocio. El software calcula automáticamente las horas acumuladas a partir de las bitácoras aprobadas, permitiendo al Director verificar el cumplimiento de las horas reglamentarias de cada nivel de práctica (que va del 1 a 8). Se validaron las operaciones CRUD sobre las 11 tablas del  SIGPAJFA.</a:t>
            </a:r>
            <a:endParaRPr lang="es-CO" dirty="0"/>
          </a:p>
          <a:p>
            <a:pPr algn="just">
              <a:lnSpc>
                <a:spcPct val="150000"/>
              </a:lnSpc>
            </a:pPr>
            <a:endParaRPr lang="es-CO" sz="3100" dirty="0">
              <a:latin typeface="Helvetica"/>
              <a:ea typeface="ＭＳ Ｐゴシック"/>
              <a:cs typeface="Helvetica"/>
            </a:endParaRPr>
          </a:p>
          <a:p>
            <a:pPr algn="just">
              <a:lnSpc>
                <a:spcPct val="150000"/>
              </a:lnSpc>
            </a:pPr>
            <a:endParaRPr lang="es-CO" sz="3100" dirty="0">
              <a:latin typeface="Helvetica" charset="0"/>
              <a:cs typeface="Helvetica" charset="0"/>
            </a:endParaRPr>
          </a:p>
          <a:p>
            <a:pPr algn="l" eaLnBrk="1" hangingPunct="1">
              <a:lnSpc>
                <a:spcPct val="150000"/>
              </a:lnSpc>
            </a:pPr>
            <a:endParaRPr lang="en-US" sz="3129" dirty="0">
              <a:latin typeface="Helvetica" charset="0"/>
              <a:cs typeface="Helvetica" charset="0"/>
            </a:endParaRPr>
          </a:p>
        </p:txBody>
      </p:sp>
      <p:sp>
        <p:nvSpPr>
          <p:cNvPr id="28" name="Text Box 5"/>
          <p:cNvSpPr txBox="1">
            <a:spLocks noChangeArrowheads="1"/>
          </p:cNvSpPr>
          <p:nvPr/>
        </p:nvSpPr>
        <p:spPr bwMode="auto">
          <a:xfrm>
            <a:off x="22191205" y="10937877"/>
            <a:ext cx="8945018" cy="111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a:solidFill>
                  <a:srgbClr val="0D0C0C"/>
                </a:solidFill>
                <a:latin typeface="Helvetica" charset="0"/>
                <a:cs typeface="Helvetica" charset="0"/>
              </a:rPr>
              <a:t>Conclusiones</a:t>
            </a:r>
          </a:p>
        </p:txBody>
      </p:sp>
      <p:sp>
        <p:nvSpPr>
          <p:cNvPr id="29" name="TextBox 6"/>
          <p:cNvSpPr txBox="1">
            <a:spLocks noChangeArrowheads="1"/>
          </p:cNvSpPr>
          <p:nvPr/>
        </p:nvSpPr>
        <p:spPr bwMode="auto">
          <a:xfrm>
            <a:off x="22326461" y="12953845"/>
            <a:ext cx="9156317" cy="17893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a:lnSpc>
                <a:spcPct val="150000"/>
              </a:lnSpc>
            </a:pPr>
            <a:r>
              <a:rPr lang="es-CO" sz="3100" dirty="0">
                <a:latin typeface="Helvetica"/>
                <a:ea typeface="ＭＳ Ｐゴシック"/>
                <a:cs typeface="Helvetica"/>
              </a:rPr>
              <a:t>SIGPAJFA demuestra que es posible y necesario migrar la gestión de prácticas pedagógicas de un modelo manual y disperso a un software  cliente servidor. La centralización de los ocho niveles de práctica en un solo sistema reduce significativamente la carga operativa del Director del Programa y elimina el riesgo de pérdida de evidencias. Hay uniformidad en las evaluaciones, respondiendo a uno de los requisitos fundamentales del CNA para acreditación. La arquitectura de base de datos relacional en Oracle, con </a:t>
            </a:r>
            <a:r>
              <a:rPr lang="es-CO" sz="3100" dirty="0" err="1">
                <a:latin typeface="Helvetica"/>
                <a:ea typeface="ＭＳ Ｐゴシック"/>
                <a:cs typeface="Helvetica"/>
              </a:rPr>
              <a:t>triggers</a:t>
            </a:r>
            <a:r>
              <a:rPr lang="es-CO" sz="3100" dirty="0">
                <a:latin typeface="Helvetica"/>
                <a:ea typeface="ＭＳ Ｐゴシック"/>
                <a:cs typeface="Helvetica"/>
              </a:rPr>
              <a:t> (disparadores) y procedimientos almacenados, asegura la integridad de los datos y la trazabilidad requerida por la normativa del MEN. El proyecto confirma que la integración de las áreas de Programación II, Bases de Datos II e Ingeniería de Software I permite abordar problemas reales de gestión institucional con soluciones tecnológicas sostenibles y alineadas con estándares internacionales, gracias a los </a:t>
            </a:r>
            <a:r>
              <a:rPr lang="es-CO" sz="3100" dirty="0" err="1">
                <a:latin typeface="Helvetica"/>
                <a:ea typeface="ＭＳ Ｐゴシック"/>
                <a:cs typeface="Helvetica"/>
              </a:rPr>
              <a:t>aprendi</a:t>
            </a:r>
            <a:r>
              <a:rPr lang="es-CO" sz="3100" dirty="0">
                <a:latin typeface="Helvetica"/>
                <a:ea typeface="ＭＳ Ｐゴシック"/>
                <a:cs typeface="Helvetica"/>
              </a:rPr>
              <a:t>do en clase que evidencia que la formación que se toma en la UDI es para generar cambios y dar soluciones reales y de calidad en este mundo cambiante y a la par con las tecnologías.  </a:t>
            </a:r>
            <a:endParaRPr lang="es-ES" dirty="0">
              <a:ea typeface="ＭＳ Ｐゴシック"/>
            </a:endParaRPr>
          </a:p>
          <a:p>
            <a:pPr algn="just">
              <a:lnSpc>
                <a:spcPct val="150000"/>
              </a:lnSpc>
            </a:pPr>
            <a:endParaRPr lang="es-CO" sz="3100" dirty="0">
              <a:latin typeface="Helvetica"/>
              <a:cs typeface="Helvetica"/>
            </a:endParaRPr>
          </a:p>
        </p:txBody>
      </p:sp>
      <p:sp>
        <p:nvSpPr>
          <p:cNvPr id="31" name="Text Box 5"/>
          <p:cNvSpPr txBox="1">
            <a:spLocks noChangeArrowheads="1"/>
          </p:cNvSpPr>
          <p:nvPr/>
        </p:nvSpPr>
        <p:spPr bwMode="auto">
          <a:xfrm>
            <a:off x="22408019" y="30557310"/>
            <a:ext cx="8945018" cy="111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7388" tIns="93694" rIns="187388" bIns="93694">
            <a:spAutoFit/>
          </a:bodyPr>
          <a:lstStyle>
            <a:lvl1pPr defTabSz="2193925" eaLnBrk="0" hangingPunct="0">
              <a:defRPr sz="22200">
                <a:solidFill>
                  <a:schemeClr val="tx2"/>
                </a:solidFill>
                <a:latin typeface="Arial" charset="0"/>
                <a:ea typeface="ＭＳ Ｐゴシック" charset="0"/>
                <a:cs typeface="ＭＳ Ｐゴシック" charset="0"/>
              </a:defRPr>
            </a:lvl1pPr>
            <a:lvl2pPr marL="742950" indent="-285750" defTabSz="2193925" eaLnBrk="0" hangingPunct="0">
              <a:defRPr sz="22200">
                <a:solidFill>
                  <a:schemeClr val="tx2"/>
                </a:solidFill>
                <a:latin typeface="Arial" charset="0"/>
                <a:ea typeface="ＭＳ Ｐゴシック" charset="0"/>
              </a:defRPr>
            </a:lvl2pPr>
            <a:lvl3pPr marL="1143000" indent="-228600" defTabSz="2193925" eaLnBrk="0" hangingPunct="0">
              <a:defRPr sz="22200">
                <a:solidFill>
                  <a:schemeClr val="tx2"/>
                </a:solidFill>
                <a:latin typeface="Arial" charset="0"/>
                <a:ea typeface="ＭＳ Ｐゴシック" charset="0"/>
              </a:defRPr>
            </a:lvl3pPr>
            <a:lvl4pPr marL="1600200" indent="-228600" defTabSz="2193925" eaLnBrk="0" hangingPunct="0">
              <a:defRPr sz="22200">
                <a:solidFill>
                  <a:schemeClr val="tx2"/>
                </a:solidFill>
                <a:latin typeface="Arial" charset="0"/>
                <a:ea typeface="ＭＳ Ｐゴシック" charset="0"/>
              </a:defRPr>
            </a:lvl4pPr>
            <a:lvl5pPr marL="2057400" indent="-228600" defTabSz="2193925" eaLnBrk="0" hangingPunct="0">
              <a:defRPr sz="22200">
                <a:solidFill>
                  <a:schemeClr val="tx2"/>
                </a:solidFill>
                <a:latin typeface="Arial" charset="0"/>
                <a:ea typeface="ＭＳ Ｐゴシック" charset="0"/>
              </a:defRPr>
            </a:lvl5pPr>
            <a:lvl6pPr marL="2514600" indent="-228600" algn="ctr" defTabSz="2193925"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defTabSz="2193925"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defTabSz="2193925"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defTabSz="2193925" eaLnBrk="0" fontAlgn="base" hangingPunct="0">
              <a:spcBef>
                <a:spcPct val="0"/>
              </a:spcBef>
              <a:spcAft>
                <a:spcPct val="0"/>
              </a:spcAft>
              <a:defRPr sz="22200">
                <a:solidFill>
                  <a:schemeClr val="tx2"/>
                </a:solidFill>
                <a:latin typeface="Arial" charset="0"/>
                <a:ea typeface="ＭＳ Ｐゴシック" charset="0"/>
              </a:defRPr>
            </a:lvl9pPr>
          </a:lstStyle>
          <a:p>
            <a:pPr algn="ctr" eaLnBrk="1" hangingPunct="1">
              <a:spcBef>
                <a:spcPct val="50000"/>
              </a:spcBef>
            </a:pPr>
            <a:r>
              <a:rPr lang="en-US" sz="5868" b="1" dirty="0" err="1">
                <a:solidFill>
                  <a:srgbClr val="0D0C0C"/>
                </a:solidFill>
                <a:latin typeface="Helvetica" charset="0"/>
                <a:cs typeface="Helvetica" charset="0"/>
              </a:rPr>
              <a:t>Referencias</a:t>
            </a:r>
            <a:endParaRPr lang="en-US" sz="5868" b="1" dirty="0">
              <a:solidFill>
                <a:srgbClr val="0D0C0C"/>
              </a:solidFill>
              <a:latin typeface="Helvetica" charset="0"/>
              <a:cs typeface="Helvetica" charset="0"/>
            </a:endParaRPr>
          </a:p>
        </p:txBody>
      </p:sp>
      <p:sp>
        <p:nvSpPr>
          <p:cNvPr id="32" name="TextBox 6"/>
          <p:cNvSpPr txBox="1">
            <a:spLocks noChangeArrowheads="1"/>
          </p:cNvSpPr>
          <p:nvPr/>
        </p:nvSpPr>
        <p:spPr bwMode="auto">
          <a:xfrm>
            <a:off x="22398733" y="31657803"/>
            <a:ext cx="9156317" cy="100220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22200">
                <a:solidFill>
                  <a:schemeClr val="tx2"/>
                </a:solidFill>
                <a:latin typeface="Arial" charset="0"/>
                <a:ea typeface="ＭＳ Ｐゴシック" charset="0"/>
                <a:cs typeface="ＭＳ Ｐゴシック" charset="0"/>
              </a:defRPr>
            </a:lvl1pPr>
            <a:lvl2pPr marL="742950" indent="-285750" eaLnBrk="0" hangingPunct="0">
              <a:defRPr sz="22200">
                <a:solidFill>
                  <a:schemeClr val="tx2"/>
                </a:solidFill>
                <a:latin typeface="Arial" charset="0"/>
                <a:ea typeface="ＭＳ Ｐゴシック" charset="0"/>
              </a:defRPr>
            </a:lvl2pPr>
            <a:lvl3pPr marL="1143000" indent="-228600" eaLnBrk="0" hangingPunct="0">
              <a:defRPr sz="22200">
                <a:solidFill>
                  <a:schemeClr val="tx2"/>
                </a:solidFill>
                <a:latin typeface="Arial" charset="0"/>
                <a:ea typeface="ＭＳ Ｐゴシック" charset="0"/>
              </a:defRPr>
            </a:lvl3pPr>
            <a:lvl4pPr marL="1600200" indent="-228600" eaLnBrk="0" hangingPunct="0">
              <a:defRPr sz="22200">
                <a:solidFill>
                  <a:schemeClr val="tx2"/>
                </a:solidFill>
                <a:latin typeface="Arial" charset="0"/>
                <a:ea typeface="ＭＳ Ｐゴシック" charset="0"/>
              </a:defRPr>
            </a:lvl4pPr>
            <a:lvl5pPr marL="2057400" indent="-228600" eaLnBrk="0" hangingPunct="0">
              <a:defRPr sz="222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222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222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222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22200">
                <a:solidFill>
                  <a:schemeClr val="tx2"/>
                </a:solidFill>
                <a:latin typeface="Arial" charset="0"/>
                <a:ea typeface="ＭＳ Ｐゴシック" charset="0"/>
              </a:defRPr>
            </a:lvl9pPr>
          </a:lstStyle>
          <a:p>
            <a:pPr algn="just">
              <a:lnSpc>
                <a:spcPct val="150000"/>
              </a:lnSpc>
            </a:pPr>
            <a:r>
              <a:rPr lang="es-CO" sz="3100">
                <a:latin typeface="Helvetica" charset="0"/>
                <a:cs typeface="Helvetica" charset="0"/>
              </a:rPr>
              <a:t>Ministerio de Educación Nacional. (2015). Decreto 1075 de 2015: Decreto Único Reglamentario del Sector Educación. Bogotá: MEN.</a:t>
            </a:r>
            <a:endParaRPr lang="es-ES"/>
          </a:p>
          <a:p>
            <a:pPr algn="just">
              <a:lnSpc>
                <a:spcPct val="150000"/>
              </a:lnSpc>
            </a:pPr>
            <a:r>
              <a:rPr lang="es-CO" sz="3100">
                <a:latin typeface="Helvetica" charset="0"/>
                <a:cs typeface="Helvetica" charset="0"/>
              </a:rPr>
              <a:t>Consejo Nacional de Acreditación (CNA). (2020). Guías y estándares de calidad para acreditación de alta calidad. Bogotá: CNA.</a:t>
            </a:r>
            <a:endParaRPr lang="es-CO"/>
          </a:p>
          <a:p>
            <a:pPr algn="just">
              <a:lnSpc>
                <a:spcPct val="150000"/>
              </a:lnSpc>
            </a:pPr>
            <a:r>
              <a:rPr lang="es-CO" sz="3100" dirty="0">
                <a:latin typeface="Helvetica"/>
                <a:ea typeface="ＭＳ Ｐゴシック"/>
                <a:cs typeface="Helvetica"/>
              </a:rPr>
              <a:t>ISO/IEC/IEEE 29148:2018. </a:t>
            </a:r>
            <a:r>
              <a:rPr lang="es-CO" sz="3100" dirty="0" err="1">
                <a:latin typeface="Helvetica"/>
                <a:ea typeface="ＭＳ Ｐゴシック"/>
                <a:cs typeface="Helvetica"/>
              </a:rPr>
              <a:t>Systems</a:t>
            </a:r>
            <a:r>
              <a:rPr lang="es-CO" sz="3100" dirty="0">
                <a:latin typeface="Helvetica"/>
                <a:ea typeface="ＭＳ Ｐゴシック"/>
                <a:cs typeface="Helvetica"/>
              </a:rPr>
              <a:t> and software </a:t>
            </a:r>
            <a:r>
              <a:rPr lang="es-CO" sz="3100" dirty="0" err="1">
                <a:latin typeface="Helvetica"/>
                <a:ea typeface="ＭＳ Ｐゴシック"/>
                <a:cs typeface="Helvetica"/>
              </a:rPr>
              <a:t>engineering</a:t>
            </a:r>
            <a:r>
              <a:rPr lang="es-CO" sz="3100" dirty="0">
                <a:latin typeface="Helvetica"/>
                <a:ea typeface="ＭＳ Ｐゴシック"/>
                <a:cs typeface="Helvetica"/>
              </a:rPr>
              <a:t> — Life </a:t>
            </a:r>
            <a:r>
              <a:rPr lang="es-CO" sz="3100" dirty="0" err="1">
                <a:latin typeface="Helvetica"/>
                <a:ea typeface="ＭＳ Ｐゴシック"/>
                <a:cs typeface="Helvetica"/>
              </a:rPr>
              <a:t>cycle</a:t>
            </a:r>
            <a:r>
              <a:rPr lang="es-CO" sz="3100" dirty="0">
                <a:latin typeface="Helvetica"/>
                <a:ea typeface="ＭＳ Ｐゴシック"/>
                <a:cs typeface="Helvetica"/>
              </a:rPr>
              <a:t> </a:t>
            </a:r>
            <a:r>
              <a:rPr lang="es-CO" sz="3100" dirty="0" err="1">
                <a:latin typeface="Helvetica"/>
                <a:ea typeface="ＭＳ Ｐゴシック"/>
                <a:cs typeface="Helvetica"/>
              </a:rPr>
              <a:t>processes</a:t>
            </a:r>
            <a:r>
              <a:rPr lang="es-CO" sz="3100" dirty="0">
                <a:latin typeface="Helvetica"/>
                <a:ea typeface="ＭＳ Ｐゴシック"/>
                <a:cs typeface="Helvetica"/>
              </a:rPr>
              <a:t> — </a:t>
            </a:r>
            <a:r>
              <a:rPr lang="es-CO" sz="3100" dirty="0" err="1">
                <a:latin typeface="Helvetica"/>
                <a:ea typeface="ＭＳ Ｐゴシック"/>
                <a:cs typeface="Helvetica"/>
              </a:rPr>
              <a:t>Requirements</a:t>
            </a:r>
            <a:r>
              <a:rPr lang="es-CO" sz="3100" dirty="0">
                <a:latin typeface="Helvetica"/>
                <a:ea typeface="ＭＳ Ｐゴシック"/>
                <a:cs typeface="Helvetica"/>
              </a:rPr>
              <a:t> </a:t>
            </a:r>
            <a:r>
              <a:rPr lang="es-CO" sz="3100" dirty="0" err="1">
                <a:latin typeface="Helvetica"/>
                <a:ea typeface="ＭＳ Ｐゴシック"/>
                <a:cs typeface="Helvetica"/>
              </a:rPr>
              <a:t>engineering</a:t>
            </a:r>
            <a:r>
              <a:rPr lang="es-CO" sz="3100" dirty="0">
                <a:latin typeface="Helvetica"/>
                <a:ea typeface="ＭＳ Ｐゴシック"/>
                <a:cs typeface="Helvetica"/>
              </a:rPr>
              <a:t>.</a:t>
            </a:r>
            <a:endParaRPr lang="es-CO" dirty="0">
              <a:latin typeface="Helvetica"/>
              <a:ea typeface="ＭＳ Ｐゴシック"/>
              <a:cs typeface="Helvetica"/>
            </a:endParaRPr>
          </a:p>
          <a:p>
            <a:pPr algn="just">
              <a:lnSpc>
                <a:spcPct val="150000"/>
              </a:lnSpc>
            </a:pPr>
            <a:r>
              <a:rPr lang="es-CO" sz="3100">
                <a:latin typeface="Helvetica" charset="0"/>
                <a:cs typeface="Helvetica" charset="0"/>
              </a:rPr>
              <a:t>Senn, J. A. (1999). Análisis y Diseño de Sistemas de Información. México: McGraw Hill. Piattini, M. (2007). Tecnología y Diseño de Bases de Datos. Alfaomega.</a:t>
            </a:r>
            <a:endParaRPr lang="es-CO"/>
          </a:p>
          <a:p>
            <a:pPr algn="just">
              <a:lnSpc>
                <a:spcPct val="150000"/>
              </a:lnSpc>
            </a:pPr>
            <a:endParaRPr lang="es-CO" sz="3100" dirty="0">
              <a:latin typeface="Helvetica" charset="0"/>
              <a:cs typeface="Helvetica" charset="0"/>
            </a:endParaRPr>
          </a:p>
        </p:txBody>
      </p:sp>
      <p:sp>
        <p:nvSpPr>
          <p:cNvPr id="38" name="Rectangle 52"/>
          <p:cNvSpPr>
            <a:spLocks noChangeArrowheads="1"/>
          </p:cNvSpPr>
          <p:nvPr/>
        </p:nvSpPr>
        <p:spPr bwMode="auto">
          <a:xfrm>
            <a:off x="748195" y="12346911"/>
            <a:ext cx="9000000" cy="108000"/>
          </a:xfrm>
          <a:prstGeom prst="rect">
            <a:avLst/>
          </a:prstGeom>
          <a:solidFill>
            <a:srgbClr val="FCCD45"/>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2145916"/>
            <a:endParaRPr lang="en-US" sz="10368"/>
          </a:p>
        </p:txBody>
      </p:sp>
      <p:sp>
        <p:nvSpPr>
          <p:cNvPr id="41" name="Rectangle 52"/>
          <p:cNvSpPr>
            <a:spLocks noChangeArrowheads="1"/>
          </p:cNvSpPr>
          <p:nvPr/>
        </p:nvSpPr>
        <p:spPr bwMode="auto">
          <a:xfrm>
            <a:off x="22401219" y="12461923"/>
            <a:ext cx="9000000" cy="108000"/>
          </a:xfrm>
          <a:prstGeom prst="rect">
            <a:avLst/>
          </a:prstGeom>
          <a:solidFill>
            <a:srgbClr val="FCCD45"/>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2145916"/>
            <a:endParaRPr lang="en-US" sz="10368"/>
          </a:p>
        </p:txBody>
      </p:sp>
      <p:sp>
        <p:nvSpPr>
          <p:cNvPr id="43" name="Rectangle 52"/>
          <p:cNvSpPr>
            <a:spLocks noChangeArrowheads="1"/>
          </p:cNvSpPr>
          <p:nvPr/>
        </p:nvSpPr>
        <p:spPr bwMode="auto">
          <a:xfrm>
            <a:off x="22359495" y="31540831"/>
            <a:ext cx="9000000" cy="108000"/>
          </a:xfrm>
          <a:prstGeom prst="rect">
            <a:avLst/>
          </a:prstGeom>
          <a:solidFill>
            <a:srgbClr val="FCCD45"/>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2145916"/>
            <a:endParaRPr lang="en-US" sz="10368"/>
          </a:p>
        </p:txBody>
      </p:sp>
      <p:sp>
        <p:nvSpPr>
          <p:cNvPr id="46" name="Rectangle 52"/>
          <p:cNvSpPr>
            <a:spLocks noChangeArrowheads="1"/>
          </p:cNvSpPr>
          <p:nvPr/>
        </p:nvSpPr>
        <p:spPr bwMode="auto">
          <a:xfrm>
            <a:off x="841227" y="29794056"/>
            <a:ext cx="9000000" cy="108000"/>
          </a:xfrm>
          <a:prstGeom prst="rect">
            <a:avLst/>
          </a:prstGeom>
          <a:solidFill>
            <a:srgbClr val="FCCD45"/>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2145916"/>
            <a:endParaRPr lang="en-US" sz="10368"/>
          </a:p>
        </p:txBody>
      </p:sp>
      <p:sp>
        <p:nvSpPr>
          <p:cNvPr id="47" name="Rectangle 44"/>
          <p:cNvSpPr>
            <a:spLocks noChangeArrowheads="1"/>
          </p:cNvSpPr>
          <p:nvPr/>
        </p:nvSpPr>
        <p:spPr bwMode="auto">
          <a:xfrm>
            <a:off x="-92378" y="9644529"/>
            <a:ext cx="32400000" cy="288000"/>
          </a:xfrm>
          <a:prstGeom prst="rect">
            <a:avLst/>
          </a:prstGeom>
          <a:solidFill>
            <a:srgbClr val="00689D"/>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187416" tIns="93708" rIns="187416" bIns="93708"/>
          <a:lstStyle/>
          <a:p>
            <a:pPr defTabSz="4495247"/>
            <a:endParaRPr lang="en-US" sz="8053">
              <a:latin typeface="Helvetica" charset="0"/>
              <a:cs typeface="Helvetica" charset="0"/>
            </a:endParaRPr>
          </a:p>
        </p:txBody>
      </p:sp>
      <p:pic>
        <p:nvPicPr>
          <p:cNvPr id="4" name="Imagen 3"/>
          <p:cNvPicPr>
            <a:picLocks noChangeAspect="1"/>
          </p:cNvPicPr>
          <p:nvPr/>
        </p:nvPicPr>
        <p:blipFill>
          <a:blip r:embed="rId3"/>
          <a:stretch>
            <a:fillRect/>
          </a:stretch>
        </p:blipFill>
        <p:spPr>
          <a:xfrm>
            <a:off x="1745988" y="987020"/>
            <a:ext cx="5788481" cy="1357051"/>
          </a:xfrm>
          <a:prstGeom prst="rect">
            <a:avLst/>
          </a:prstGeom>
        </p:spPr>
      </p:pic>
      <p:pic>
        <p:nvPicPr>
          <p:cNvPr id="2" name="Picture 2" descr="https://www.udi.edu.co/images/investigaciones/grupos/Gidsaw.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66359" y="987020"/>
            <a:ext cx="2910988" cy="291099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descr="Tabla&#10;&#10;El contenido generado por IA puede ser incorrecto.">
            <a:extLst>
              <a:ext uri="{FF2B5EF4-FFF2-40B4-BE49-F238E27FC236}">
                <a16:creationId xmlns:a16="http://schemas.microsoft.com/office/drawing/2014/main" id="{495D22B5-0C3F-4E43-2D78-D629A87B4B0B}"/>
              </a:ext>
            </a:extLst>
          </p:cNvPr>
          <p:cNvPicPr>
            <a:picLocks noChangeAspect="1"/>
          </p:cNvPicPr>
          <p:nvPr/>
        </p:nvPicPr>
        <p:blipFill>
          <a:blip r:embed="rId5"/>
          <a:stretch>
            <a:fillRect/>
          </a:stretch>
        </p:blipFill>
        <p:spPr>
          <a:xfrm>
            <a:off x="11530133" y="32365969"/>
            <a:ext cx="9024711" cy="8033186"/>
          </a:xfrm>
          <a:prstGeom prst="rect">
            <a:avLst/>
          </a:prstGeom>
        </p:spPr>
      </p:pic>
    </p:spTree>
    <p:extLst>
      <p:ext uri="{BB962C8B-B14F-4D97-AF65-F5344CB8AC3E}">
        <p14:creationId xmlns:p14="http://schemas.microsoft.com/office/powerpoint/2010/main" val="2961334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1443</TotalTime>
  <Words>590</Words>
  <Application>Microsoft Office PowerPoint</Application>
  <PresentationFormat>Personalizado</PresentationFormat>
  <Paragraphs>33</Paragraphs>
  <Slides>1</Slides>
  <Notes>0</Notes>
  <HiddenSlides>0</HiddenSlides>
  <MMClips>0</MMClips>
  <ScaleCrop>false</ScaleCrop>
  <HeadingPairs>
    <vt:vector size="4" baseType="variant">
      <vt:variant>
        <vt:lpstr>Tema</vt:lpstr>
      </vt:variant>
      <vt:variant>
        <vt:i4>1</vt:i4>
      </vt:variant>
      <vt:variant>
        <vt:lpstr>Títulos de diapositiva</vt:lpstr>
      </vt:variant>
      <vt:variant>
        <vt:i4>1</vt:i4>
      </vt:variant>
    </vt:vector>
  </HeadingPairs>
  <TitlesOfParts>
    <vt:vector size="2" baseType="lpstr">
      <vt:lpstr>Office Theme</vt:lpstr>
      <vt:lpstr>Presentación de PowerPoint</vt:lpstr>
    </vt:vector>
  </TitlesOfParts>
  <Company>SPIE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Escher</dc:creator>
  <cp:lastModifiedBy>ING.SISTEMAS</cp:lastModifiedBy>
  <cp:revision>261</cp:revision>
  <dcterms:created xsi:type="dcterms:W3CDTF">2016-03-21T16:40:14Z</dcterms:created>
  <dcterms:modified xsi:type="dcterms:W3CDTF">2026-06-01T03:34:22Z</dcterms:modified>
</cp:coreProperties>
</file>